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3.xml" ContentType="application/vnd.openxmlformats-officedocument.theme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5"/>
    <p:sldMasterId id="2147483657" r:id="rId6"/>
    <p:sldMasterId id="2147483671" r:id="rId7"/>
    <p:sldMasterId id="2147483680" r:id="rId8"/>
  </p:sldMasterIdLst>
  <p:notesMasterIdLst>
    <p:notesMasterId r:id="rId71"/>
  </p:notesMasterIdLst>
  <p:sldIdLst>
    <p:sldId id="463" r:id="rId9"/>
    <p:sldId id="337" r:id="rId10"/>
    <p:sldId id="338" r:id="rId11"/>
    <p:sldId id="265" r:id="rId12"/>
    <p:sldId id="257" r:id="rId13"/>
    <p:sldId id="303" r:id="rId14"/>
    <p:sldId id="457" r:id="rId15"/>
    <p:sldId id="474" r:id="rId16"/>
    <p:sldId id="351" r:id="rId17"/>
    <p:sldId id="489" r:id="rId18"/>
    <p:sldId id="475" r:id="rId19"/>
    <p:sldId id="478" r:id="rId20"/>
    <p:sldId id="476" r:id="rId21"/>
    <p:sldId id="479" r:id="rId22"/>
    <p:sldId id="480" r:id="rId23"/>
    <p:sldId id="481" r:id="rId24"/>
    <p:sldId id="482" r:id="rId25"/>
    <p:sldId id="483" r:id="rId26"/>
    <p:sldId id="484" r:id="rId27"/>
    <p:sldId id="485" r:id="rId28"/>
    <p:sldId id="486" r:id="rId29"/>
    <p:sldId id="490" r:id="rId30"/>
    <p:sldId id="488" r:id="rId31"/>
    <p:sldId id="492" r:id="rId32"/>
    <p:sldId id="493" r:id="rId33"/>
    <p:sldId id="494" r:id="rId34"/>
    <p:sldId id="495" r:id="rId35"/>
    <p:sldId id="496" r:id="rId36"/>
    <p:sldId id="497" r:id="rId37"/>
    <p:sldId id="498" r:id="rId38"/>
    <p:sldId id="499" r:id="rId39"/>
    <p:sldId id="500" r:id="rId40"/>
    <p:sldId id="501" r:id="rId41"/>
    <p:sldId id="491" r:id="rId42"/>
    <p:sldId id="508" r:id="rId43"/>
    <p:sldId id="509" r:id="rId44"/>
    <p:sldId id="510" r:id="rId45"/>
    <p:sldId id="511" r:id="rId46"/>
    <p:sldId id="512" r:id="rId47"/>
    <p:sldId id="513" r:id="rId48"/>
    <p:sldId id="514" r:id="rId49"/>
    <p:sldId id="515" r:id="rId50"/>
    <p:sldId id="516" r:id="rId51"/>
    <p:sldId id="517" r:id="rId52"/>
    <p:sldId id="518" r:id="rId53"/>
    <p:sldId id="519" r:id="rId54"/>
    <p:sldId id="520" r:id="rId55"/>
    <p:sldId id="521" r:id="rId56"/>
    <p:sldId id="522" r:id="rId57"/>
    <p:sldId id="523" r:id="rId58"/>
    <p:sldId id="524" r:id="rId59"/>
    <p:sldId id="525" r:id="rId60"/>
    <p:sldId id="526" r:id="rId61"/>
    <p:sldId id="527" r:id="rId62"/>
    <p:sldId id="528" r:id="rId63"/>
    <p:sldId id="529" r:id="rId64"/>
    <p:sldId id="530" r:id="rId65"/>
    <p:sldId id="531" r:id="rId66"/>
    <p:sldId id="532" r:id="rId67"/>
    <p:sldId id="533" r:id="rId68"/>
    <p:sldId id="293" r:id="rId69"/>
    <p:sldId id="472" r:id="rId70"/>
  </p:sldIdLst>
  <p:sldSz cx="10688638" cy="7562850"/>
  <p:notesSz cx="6858000" cy="9144000"/>
  <p:defaultTextStyle>
    <a:defPPr>
      <a:defRPr lang="en-US"/>
    </a:defPPr>
    <a:lvl1pPr algn="l" defTabSz="520700" rtl="0" fontAlgn="base">
      <a:spcBef>
        <a:spcPct val="0"/>
      </a:spcBef>
      <a:spcAft>
        <a:spcPct val="0"/>
      </a:spcAft>
      <a:defRPr sz="2100"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1pPr>
    <a:lvl2pPr marL="520700" indent="-63500" algn="l" defTabSz="520700" rtl="0" fontAlgn="base">
      <a:spcBef>
        <a:spcPct val="0"/>
      </a:spcBef>
      <a:spcAft>
        <a:spcPct val="0"/>
      </a:spcAft>
      <a:defRPr sz="2100"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2pPr>
    <a:lvl3pPr marL="1041400" indent="-127000" algn="l" defTabSz="520700" rtl="0" fontAlgn="base">
      <a:spcBef>
        <a:spcPct val="0"/>
      </a:spcBef>
      <a:spcAft>
        <a:spcPct val="0"/>
      </a:spcAft>
      <a:defRPr sz="2100"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3pPr>
    <a:lvl4pPr marL="1563688" indent="-192088" algn="l" defTabSz="520700" rtl="0" fontAlgn="base">
      <a:spcBef>
        <a:spcPct val="0"/>
      </a:spcBef>
      <a:spcAft>
        <a:spcPct val="0"/>
      </a:spcAft>
      <a:defRPr sz="2100"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4pPr>
    <a:lvl5pPr marL="2084388" indent="-255588" algn="l" defTabSz="520700" rtl="0" fontAlgn="base">
      <a:spcBef>
        <a:spcPct val="0"/>
      </a:spcBef>
      <a:spcAft>
        <a:spcPct val="0"/>
      </a:spcAft>
      <a:defRPr sz="2100"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5pPr>
    <a:lvl6pPr marL="2286000" algn="l" defTabSz="914400" rtl="0" eaLnBrk="1" latinLnBrk="0" hangingPunct="1">
      <a:defRPr sz="2100"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6pPr>
    <a:lvl7pPr marL="2743200" algn="l" defTabSz="914400" rtl="0" eaLnBrk="1" latinLnBrk="0" hangingPunct="1">
      <a:defRPr sz="2100"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7pPr>
    <a:lvl8pPr marL="3200400" algn="l" defTabSz="914400" rtl="0" eaLnBrk="1" latinLnBrk="0" hangingPunct="1">
      <a:defRPr sz="2100"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8pPr>
    <a:lvl9pPr marL="3657600" algn="l" defTabSz="914400" rtl="0" eaLnBrk="1" latinLnBrk="0" hangingPunct="1">
      <a:defRPr sz="2100"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VER" id="{6D91671F-11EC-43A0-B0B5-6D80C965B915}">
          <p14:sldIdLst>
            <p14:sldId id="463"/>
          </p14:sldIdLst>
        </p14:section>
        <p14:section name="COURSE CONTENT" id="{6162E7E0-B512-4FEF-B619-C9187795397D}">
          <p14:sldIdLst>
            <p14:sldId id="337"/>
            <p14:sldId id="338"/>
            <p14:sldId id="265"/>
            <p14:sldId id="257"/>
            <p14:sldId id="303"/>
            <p14:sldId id="457"/>
            <p14:sldId id="474"/>
            <p14:sldId id="351"/>
            <p14:sldId id="489"/>
            <p14:sldId id="475"/>
            <p14:sldId id="478"/>
            <p14:sldId id="476"/>
            <p14:sldId id="479"/>
            <p14:sldId id="480"/>
            <p14:sldId id="481"/>
            <p14:sldId id="482"/>
            <p14:sldId id="483"/>
            <p14:sldId id="484"/>
            <p14:sldId id="485"/>
            <p14:sldId id="486"/>
            <p14:sldId id="490"/>
            <p14:sldId id="488"/>
            <p14:sldId id="492"/>
            <p14:sldId id="493"/>
            <p14:sldId id="494"/>
            <p14:sldId id="495"/>
            <p14:sldId id="496"/>
            <p14:sldId id="497"/>
            <p14:sldId id="498"/>
            <p14:sldId id="499"/>
            <p14:sldId id="500"/>
            <p14:sldId id="501"/>
            <p14:sldId id="491"/>
            <p14:sldId id="508"/>
            <p14:sldId id="509"/>
            <p14:sldId id="510"/>
            <p14:sldId id="511"/>
            <p14:sldId id="512"/>
            <p14:sldId id="513"/>
            <p14:sldId id="514"/>
            <p14:sldId id="515"/>
            <p14:sldId id="516"/>
            <p14:sldId id="517"/>
            <p14:sldId id="518"/>
            <p14:sldId id="519"/>
            <p14:sldId id="520"/>
            <p14:sldId id="521"/>
            <p14:sldId id="522"/>
            <p14:sldId id="523"/>
            <p14:sldId id="524"/>
            <p14:sldId id="525"/>
            <p14:sldId id="526"/>
            <p14:sldId id="527"/>
            <p14:sldId id="528"/>
            <p14:sldId id="529"/>
            <p14:sldId id="530"/>
            <p14:sldId id="531"/>
            <p14:sldId id="532"/>
            <p14:sldId id="533"/>
            <p14:sldId id="293"/>
          </p14:sldIdLst>
        </p14:section>
        <p14:section name="REFERENCES" id="{11ED6803-A38C-4226-8496-86D05012E7E0}">
          <p14:sldIdLst>
            <p14:sldId id="47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382">
          <p15:clr>
            <a:srgbClr val="A4A3A4"/>
          </p15:clr>
        </p15:guide>
        <p15:guide id="2" pos="3367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9B8"/>
    <a:srgbClr val="94651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816" autoAdjust="0"/>
    <p:restoredTop sz="93841" autoAdjust="0"/>
  </p:normalViewPr>
  <p:slideViewPr>
    <p:cSldViewPr snapToGrid="0" snapToObjects="1">
      <p:cViewPr varScale="1">
        <p:scale>
          <a:sx n="60" d="100"/>
          <a:sy n="60" d="100"/>
        </p:scale>
        <p:origin x="1360" y="52"/>
      </p:cViewPr>
      <p:guideLst>
        <p:guide orient="horz" pos="2382"/>
        <p:guide pos="3367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18.xml"/><Relationship Id="rId21" Type="http://schemas.openxmlformats.org/officeDocument/2006/relationships/slide" Target="slides/slide13.xml"/><Relationship Id="rId42" Type="http://schemas.openxmlformats.org/officeDocument/2006/relationships/slide" Target="slides/slide34.xml"/><Relationship Id="rId47" Type="http://schemas.openxmlformats.org/officeDocument/2006/relationships/slide" Target="slides/slide39.xml"/><Relationship Id="rId63" Type="http://schemas.openxmlformats.org/officeDocument/2006/relationships/slide" Target="slides/slide55.xml"/><Relationship Id="rId68" Type="http://schemas.openxmlformats.org/officeDocument/2006/relationships/slide" Target="slides/slide60.xml"/><Relationship Id="rId2" Type="http://schemas.openxmlformats.org/officeDocument/2006/relationships/customXml" Target="../customXml/item2.xml"/><Relationship Id="rId16" Type="http://schemas.openxmlformats.org/officeDocument/2006/relationships/slide" Target="slides/slide8.xml"/><Relationship Id="rId29" Type="http://schemas.openxmlformats.org/officeDocument/2006/relationships/slide" Target="slides/slide21.xml"/><Relationship Id="rId11" Type="http://schemas.openxmlformats.org/officeDocument/2006/relationships/slide" Target="slides/slide3.xml"/><Relationship Id="rId24" Type="http://schemas.openxmlformats.org/officeDocument/2006/relationships/slide" Target="slides/slide16.xml"/><Relationship Id="rId32" Type="http://schemas.openxmlformats.org/officeDocument/2006/relationships/slide" Target="slides/slide24.xml"/><Relationship Id="rId37" Type="http://schemas.openxmlformats.org/officeDocument/2006/relationships/slide" Target="slides/slide29.xml"/><Relationship Id="rId40" Type="http://schemas.openxmlformats.org/officeDocument/2006/relationships/slide" Target="slides/slide32.xml"/><Relationship Id="rId45" Type="http://schemas.openxmlformats.org/officeDocument/2006/relationships/slide" Target="slides/slide37.xml"/><Relationship Id="rId53" Type="http://schemas.openxmlformats.org/officeDocument/2006/relationships/slide" Target="slides/slide45.xml"/><Relationship Id="rId58" Type="http://schemas.openxmlformats.org/officeDocument/2006/relationships/slide" Target="slides/slide50.xml"/><Relationship Id="rId66" Type="http://schemas.openxmlformats.org/officeDocument/2006/relationships/slide" Target="slides/slide58.xml"/><Relationship Id="rId74" Type="http://schemas.openxmlformats.org/officeDocument/2006/relationships/theme" Target="theme/theme1.xml"/><Relationship Id="rId5" Type="http://schemas.openxmlformats.org/officeDocument/2006/relationships/slideMaster" Target="slideMasters/slideMaster1.xml"/><Relationship Id="rId61" Type="http://schemas.openxmlformats.org/officeDocument/2006/relationships/slide" Target="slides/slide53.xml"/><Relationship Id="rId19" Type="http://schemas.openxmlformats.org/officeDocument/2006/relationships/slide" Target="slides/slide11.xml"/><Relationship Id="rId14" Type="http://schemas.openxmlformats.org/officeDocument/2006/relationships/slide" Target="slides/slide6.xml"/><Relationship Id="rId22" Type="http://schemas.openxmlformats.org/officeDocument/2006/relationships/slide" Target="slides/slide14.xml"/><Relationship Id="rId27" Type="http://schemas.openxmlformats.org/officeDocument/2006/relationships/slide" Target="slides/slide19.xml"/><Relationship Id="rId30" Type="http://schemas.openxmlformats.org/officeDocument/2006/relationships/slide" Target="slides/slide22.xml"/><Relationship Id="rId35" Type="http://schemas.openxmlformats.org/officeDocument/2006/relationships/slide" Target="slides/slide27.xml"/><Relationship Id="rId43" Type="http://schemas.openxmlformats.org/officeDocument/2006/relationships/slide" Target="slides/slide35.xml"/><Relationship Id="rId48" Type="http://schemas.openxmlformats.org/officeDocument/2006/relationships/slide" Target="slides/slide40.xml"/><Relationship Id="rId56" Type="http://schemas.openxmlformats.org/officeDocument/2006/relationships/slide" Target="slides/slide48.xml"/><Relationship Id="rId64" Type="http://schemas.openxmlformats.org/officeDocument/2006/relationships/slide" Target="slides/slide56.xml"/><Relationship Id="rId69" Type="http://schemas.openxmlformats.org/officeDocument/2006/relationships/slide" Target="slides/slide61.xml"/><Relationship Id="rId8" Type="http://schemas.openxmlformats.org/officeDocument/2006/relationships/slideMaster" Target="slideMasters/slideMaster4.xml"/><Relationship Id="rId51" Type="http://schemas.openxmlformats.org/officeDocument/2006/relationships/slide" Target="slides/slide43.xml"/><Relationship Id="rId72" Type="http://schemas.openxmlformats.org/officeDocument/2006/relationships/presProps" Target="presProps.xml"/><Relationship Id="rId3" Type="http://schemas.openxmlformats.org/officeDocument/2006/relationships/customXml" Target="../customXml/item3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25" Type="http://schemas.openxmlformats.org/officeDocument/2006/relationships/slide" Target="slides/slide17.xml"/><Relationship Id="rId33" Type="http://schemas.openxmlformats.org/officeDocument/2006/relationships/slide" Target="slides/slide25.xml"/><Relationship Id="rId38" Type="http://schemas.openxmlformats.org/officeDocument/2006/relationships/slide" Target="slides/slide30.xml"/><Relationship Id="rId46" Type="http://schemas.openxmlformats.org/officeDocument/2006/relationships/slide" Target="slides/slide38.xml"/><Relationship Id="rId59" Type="http://schemas.openxmlformats.org/officeDocument/2006/relationships/slide" Target="slides/slide51.xml"/><Relationship Id="rId67" Type="http://schemas.openxmlformats.org/officeDocument/2006/relationships/slide" Target="slides/slide59.xml"/><Relationship Id="rId20" Type="http://schemas.openxmlformats.org/officeDocument/2006/relationships/slide" Target="slides/slide12.xml"/><Relationship Id="rId41" Type="http://schemas.openxmlformats.org/officeDocument/2006/relationships/slide" Target="slides/slide33.xml"/><Relationship Id="rId54" Type="http://schemas.openxmlformats.org/officeDocument/2006/relationships/slide" Target="slides/slide46.xml"/><Relationship Id="rId62" Type="http://schemas.openxmlformats.org/officeDocument/2006/relationships/slide" Target="slides/slide54.xml"/><Relationship Id="rId70" Type="http://schemas.openxmlformats.org/officeDocument/2006/relationships/slide" Target="slides/slide62.xml"/><Relationship Id="rId75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2.xml"/><Relationship Id="rId15" Type="http://schemas.openxmlformats.org/officeDocument/2006/relationships/slide" Target="slides/slide7.xml"/><Relationship Id="rId23" Type="http://schemas.openxmlformats.org/officeDocument/2006/relationships/slide" Target="slides/slide15.xml"/><Relationship Id="rId28" Type="http://schemas.openxmlformats.org/officeDocument/2006/relationships/slide" Target="slides/slide20.xml"/><Relationship Id="rId36" Type="http://schemas.openxmlformats.org/officeDocument/2006/relationships/slide" Target="slides/slide28.xml"/><Relationship Id="rId49" Type="http://schemas.openxmlformats.org/officeDocument/2006/relationships/slide" Target="slides/slide41.xml"/><Relationship Id="rId57" Type="http://schemas.openxmlformats.org/officeDocument/2006/relationships/slide" Target="slides/slide49.xml"/><Relationship Id="rId10" Type="http://schemas.openxmlformats.org/officeDocument/2006/relationships/slide" Target="slides/slide2.xml"/><Relationship Id="rId31" Type="http://schemas.openxmlformats.org/officeDocument/2006/relationships/slide" Target="slides/slide23.xml"/><Relationship Id="rId44" Type="http://schemas.openxmlformats.org/officeDocument/2006/relationships/slide" Target="slides/slide36.xml"/><Relationship Id="rId52" Type="http://schemas.openxmlformats.org/officeDocument/2006/relationships/slide" Target="slides/slide44.xml"/><Relationship Id="rId60" Type="http://schemas.openxmlformats.org/officeDocument/2006/relationships/slide" Target="slides/slide52.xml"/><Relationship Id="rId65" Type="http://schemas.openxmlformats.org/officeDocument/2006/relationships/slide" Target="slides/slide57.xml"/><Relationship Id="rId73" Type="http://schemas.openxmlformats.org/officeDocument/2006/relationships/viewProps" Target="viewProps.xml"/><Relationship Id="rId4" Type="http://schemas.openxmlformats.org/officeDocument/2006/relationships/customXml" Target="../customXml/item4.xml"/><Relationship Id="rId9" Type="http://schemas.openxmlformats.org/officeDocument/2006/relationships/slide" Target="slides/slide1.xml"/><Relationship Id="rId13" Type="http://schemas.openxmlformats.org/officeDocument/2006/relationships/slide" Target="slides/slide5.xml"/><Relationship Id="rId18" Type="http://schemas.openxmlformats.org/officeDocument/2006/relationships/slide" Target="slides/slide10.xml"/><Relationship Id="rId39" Type="http://schemas.openxmlformats.org/officeDocument/2006/relationships/slide" Target="slides/slide31.xml"/><Relationship Id="rId34" Type="http://schemas.openxmlformats.org/officeDocument/2006/relationships/slide" Target="slides/slide26.xml"/><Relationship Id="rId50" Type="http://schemas.openxmlformats.org/officeDocument/2006/relationships/slide" Target="slides/slide42.xml"/><Relationship Id="rId55" Type="http://schemas.openxmlformats.org/officeDocument/2006/relationships/slide" Target="slides/slide47.xml"/><Relationship Id="rId7" Type="http://schemas.openxmlformats.org/officeDocument/2006/relationships/slideMaster" Target="slideMasters/slideMaster3.xml"/><Relationship Id="rId7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smtClean="0"/>
            </a:lvl1pPr>
          </a:lstStyle>
          <a:p>
            <a:pPr>
              <a:defRPr/>
            </a:pPr>
            <a:fld id="{42327A3B-766F-4631-90B1-9B3D33DE7C5C}" type="datetimeFigureOut">
              <a:rPr lang="en-US"/>
              <a:pPr>
                <a:defRPr/>
              </a:pPr>
              <a:t>12/20/2023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06475" y="685800"/>
            <a:ext cx="48450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smtClean="0"/>
            </a:lvl1pPr>
          </a:lstStyle>
          <a:p>
            <a:pPr>
              <a:defRPr/>
            </a:pPr>
            <a:fld id="{98F58BAA-C397-4D9C-949B-0B7D3F08F4B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777770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8F58BAA-C397-4D9C-949B-0B7D3F08F4B6}" type="slidenum">
              <a:rPr lang="en-US" smtClean="0"/>
              <a:pPr>
                <a:defRPr/>
              </a:pPr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67841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8F58BAA-C397-4D9C-949B-0B7D3F08F4B6}" type="slidenum">
              <a:rPr lang="en-US" smtClean="0"/>
              <a:pPr>
                <a:defRPr/>
              </a:pPr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28063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8F58BAA-C397-4D9C-949B-0B7D3F08F4B6}" type="slidenum">
              <a:rPr lang="en-US" smtClean="0"/>
              <a:pPr>
                <a:defRPr/>
              </a:pPr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40470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8F58BAA-C397-4D9C-949B-0B7D3F08F4B6}" type="slidenum">
              <a:rPr lang="en-US" smtClean="0"/>
              <a:pPr>
                <a:defRPr/>
              </a:pPr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99667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8F58BAA-C397-4D9C-949B-0B7D3F08F4B6}" type="slidenum">
              <a:rPr lang="en-US" smtClean="0"/>
              <a:pPr>
                <a:defRPr/>
              </a:pPr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96986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8F58BAA-C397-4D9C-949B-0B7D3F08F4B6}" type="slidenum">
              <a:rPr lang="en-US" smtClean="0"/>
              <a:pPr>
                <a:defRPr/>
              </a:pPr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557269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8F58BAA-C397-4D9C-949B-0B7D3F08F4B6}" type="slidenum">
              <a:rPr lang="en-US" smtClean="0"/>
              <a:pPr>
                <a:defRPr/>
              </a:pPr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489562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8F58BAA-C397-4D9C-949B-0B7D3F08F4B6}" type="slidenum">
              <a:rPr lang="en-US" smtClean="0"/>
              <a:pPr>
                <a:defRPr/>
              </a:pPr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699322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8F58BAA-C397-4D9C-949B-0B7D3F08F4B6}" type="slidenum">
              <a:rPr lang="en-US" smtClean="0"/>
              <a:pPr>
                <a:defRPr/>
              </a:pPr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3904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8F58BAA-C397-4D9C-949B-0B7D3F08F4B6}" type="slidenum">
              <a:rPr lang="en-US" smtClean="0"/>
              <a:pPr>
                <a:defRPr/>
              </a:pPr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80088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3.png"/><Relationship Id="rId7" Type="http://schemas.openxmlformats.org/officeDocument/2006/relationships/image" Target="../media/image18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4.xml"/><Relationship Id="rId6" Type="http://schemas.openxmlformats.org/officeDocument/2006/relationships/image" Target="../media/image17.png"/><Relationship Id="rId11" Type="http://schemas.openxmlformats.org/officeDocument/2006/relationships/image" Target="../media/image22.svg"/><Relationship Id="rId5" Type="http://schemas.openxmlformats.org/officeDocument/2006/relationships/image" Target="../media/image16.svg"/><Relationship Id="rId10" Type="http://schemas.openxmlformats.org/officeDocument/2006/relationships/image" Target="../media/image21.png"/><Relationship Id="rId4" Type="http://schemas.openxmlformats.org/officeDocument/2006/relationships/image" Target="../media/image15.png"/><Relationship Id="rId9" Type="http://schemas.openxmlformats.org/officeDocument/2006/relationships/image" Target="../media/image20.svg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4.xml"/><Relationship Id="rId5" Type="http://schemas.openxmlformats.org/officeDocument/2006/relationships/image" Target="../media/image24.svg"/><Relationship Id="rId4" Type="http://schemas.openxmlformats.org/officeDocument/2006/relationships/image" Target="../media/image23.png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28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4.xml"/><Relationship Id="rId6" Type="http://schemas.openxmlformats.org/officeDocument/2006/relationships/image" Target="../media/image27.png"/><Relationship Id="rId5" Type="http://schemas.openxmlformats.org/officeDocument/2006/relationships/image" Target="../media/image26.svg"/><Relationship Id="rId4" Type="http://schemas.openxmlformats.org/officeDocument/2006/relationships/image" Target="../media/image25.png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29.png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4.xml"/><Relationship Id="rId5" Type="http://schemas.openxmlformats.org/officeDocument/2006/relationships/image" Target="../media/image31.svg"/><Relationship Id="rId4" Type="http://schemas.openxmlformats.org/officeDocument/2006/relationships/image" Target="../media/image30.png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4.png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" descr="Background 01-01.jpg"/>
          <p:cNvPicPr>
            <a:picLocks noChangeAspect="1"/>
          </p:cNvPicPr>
          <p:nvPr userDrawn="1"/>
        </p:nvPicPr>
        <p:blipFill>
          <a:blip r:embed="rId2" cstate="screen">
            <a:alphaModFix/>
          </a:blip>
          <a:srcRect/>
          <a:stretch>
            <a:fillRect/>
          </a:stretch>
        </p:blipFill>
        <p:spPr bwMode="auto">
          <a:xfrm>
            <a:off x="0" y="3175"/>
            <a:ext cx="10688638" cy="755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" name="Picture 11" descr="A screenshot of a cell phone&#10;&#10;Description automatically generated">
            <a:extLst>
              <a:ext uri="{FF2B5EF4-FFF2-40B4-BE49-F238E27FC236}">
                <a16:creationId xmlns:a16="http://schemas.microsoft.com/office/drawing/2014/main" id="{9EA64FB5-AD3D-6B4E-9CDC-DAE578F5C07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0942" t="89154" r="21091" b="4449"/>
          <a:stretch/>
        </p:blipFill>
        <p:spPr>
          <a:xfrm>
            <a:off x="5080503" y="646216"/>
            <a:ext cx="4004840" cy="625040"/>
          </a:xfrm>
          <a:prstGeom prst="rect">
            <a:avLst/>
          </a:prstGeom>
          <a:ln w="3175">
            <a:noFill/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D00FE9A-5B56-CC4A-AE9A-C22895A4A65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80140" y="263856"/>
            <a:ext cx="1708498" cy="120797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8539BE2-12B7-4434-89E0-DFE32BB14338}" type="datetime1">
              <a:rPr lang="en-US" smtClean="0"/>
              <a:t>12/20/2023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D7FA9F5-F61B-45A1-B5E1-F65A5889B2E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1" descr="Background 01-02.jpg"/>
          <p:cNvPicPr>
            <a:picLocks noChangeAspect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 bwMode="auto">
          <a:xfrm>
            <a:off x="0" y="0"/>
            <a:ext cx="10688638" cy="755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Title Placeholder 1"/>
          <p:cNvSpPr>
            <a:spLocks noGrp="1"/>
          </p:cNvSpPr>
          <p:nvPr>
            <p:ph type="title"/>
          </p:nvPr>
        </p:nvSpPr>
        <p:spPr bwMode="auto">
          <a:xfrm>
            <a:off x="1238250" y="749301"/>
            <a:ext cx="9618662" cy="1260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4287" tIns="52144" rIns="104287" bIns="52144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" name="Text Placeholder 2"/>
          <p:cNvSpPr>
            <a:spLocks noGrp="1"/>
          </p:cNvSpPr>
          <p:nvPr>
            <p:ph idx="13"/>
          </p:nvPr>
        </p:nvSpPr>
        <p:spPr bwMode="auto">
          <a:xfrm>
            <a:off x="1238250" y="2009776"/>
            <a:ext cx="9618662" cy="499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4287" tIns="52144" rIns="104287" bIns="5214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12" name="Picture 11" descr="A screenshot of a cell phone&#10;&#10;Description automatically generated">
            <a:extLst>
              <a:ext uri="{FF2B5EF4-FFF2-40B4-BE49-F238E27FC236}">
                <a16:creationId xmlns:a16="http://schemas.microsoft.com/office/drawing/2014/main" id="{5317F68B-01F1-E94A-99D3-3F09D8A936B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0942" t="89154" r="21091" b="4449"/>
          <a:stretch/>
        </p:blipFill>
        <p:spPr>
          <a:xfrm>
            <a:off x="3392488" y="6813668"/>
            <a:ext cx="4004840" cy="625040"/>
          </a:xfrm>
          <a:prstGeom prst="rect">
            <a:avLst/>
          </a:prstGeom>
          <a:ln w="3175">
            <a:noFill/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629EBDB-E5DA-C246-981F-4C19F8FC457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80140" y="263856"/>
            <a:ext cx="1708498" cy="120797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4329" y="4859832"/>
            <a:ext cx="9085342" cy="1502066"/>
          </a:xfrm>
        </p:spPr>
        <p:txBody>
          <a:bodyPr anchor="t"/>
          <a:lstStyle>
            <a:lvl1pPr algn="l">
              <a:defRPr sz="46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4329" y="3205459"/>
            <a:ext cx="9085342" cy="1654373"/>
          </a:xfrm>
        </p:spPr>
        <p:txBody>
          <a:bodyPr anchor="b"/>
          <a:lstStyle>
            <a:lvl1pPr marL="0" indent="0">
              <a:buNone/>
              <a:defRPr sz="2300">
                <a:solidFill>
                  <a:schemeClr val="tx1">
                    <a:tint val="75000"/>
                  </a:schemeClr>
                </a:solidFill>
              </a:defRPr>
            </a:lvl1pPr>
            <a:lvl2pPr marL="521437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2pPr>
            <a:lvl3pPr marL="1042873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56431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208574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60718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31286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65005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417149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2EFF39-44C6-4BDD-92E5-47B8BAF3FA74}" type="datetime1">
              <a:rPr lang="en-US" smtClean="0"/>
              <a:t>12/20/2023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72044D-538C-4006-A81A-9ADFE14E088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B33BA03-3A39-B849-9650-5243CD565A8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80140" y="263856"/>
            <a:ext cx="1708498" cy="120797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4432" y="1764666"/>
            <a:ext cx="4720815" cy="4991131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3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33391" y="1764666"/>
            <a:ext cx="4720815" cy="4991131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3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6EF9992-720A-45E0-AB8C-5B62103ED936}" type="datetime1">
              <a:rPr lang="en-US" smtClean="0"/>
              <a:t>12/20/2023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E504BA8-D676-4613-9C2C-2877DCA64D8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8" name="Picture 1" descr="Background 01-03.jpg"/>
          <p:cNvPicPr>
            <a:picLocks noChangeAspect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 bwMode="auto">
          <a:xfrm>
            <a:off x="0" y="0"/>
            <a:ext cx="10688638" cy="755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Title Placeholder 1"/>
          <p:cNvSpPr>
            <a:spLocks noGrp="1"/>
          </p:cNvSpPr>
          <p:nvPr>
            <p:ph type="title"/>
          </p:nvPr>
        </p:nvSpPr>
        <p:spPr bwMode="auto">
          <a:xfrm>
            <a:off x="1219200" y="596901"/>
            <a:ext cx="9618662" cy="1260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4287" tIns="52144" rIns="104287" bIns="52144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idx="13"/>
          </p:nvPr>
        </p:nvSpPr>
        <p:spPr bwMode="auto">
          <a:xfrm>
            <a:off x="1219200" y="1857376"/>
            <a:ext cx="9618662" cy="499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4287" tIns="52144" rIns="104287" bIns="5214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13" name="Picture 12" descr="A screenshot of a cell phone&#10;&#10;Description automatically generated">
            <a:extLst>
              <a:ext uri="{FF2B5EF4-FFF2-40B4-BE49-F238E27FC236}">
                <a16:creationId xmlns:a16="http://schemas.microsoft.com/office/drawing/2014/main" id="{E24EA1D8-E779-9B4C-A906-459512BC2D8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0942" t="89154" r="21091" b="4449"/>
          <a:stretch/>
        </p:blipFill>
        <p:spPr>
          <a:xfrm>
            <a:off x="3350299" y="6745088"/>
            <a:ext cx="4004840" cy="625040"/>
          </a:xfrm>
          <a:prstGeom prst="rect">
            <a:avLst/>
          </a:prstGeom>
          <a:ln w="3175">
            <a:noFill/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DC9F73C-0878-E542-8513-409788190553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80140" y="263856"/>
            <a:ext cx="1708498" cy="120797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918182-9607-4469-B7B5-8A382FDCE8F7}" type="datetime1">
              <a:rPr lang="en-US" smtClean="0"/>
              <a:t>12/20/2023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CA70E03-8071-4189-BFD0-FC7EEE7DCDB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10" name="Title Placeholder 1"/>
          <p:cNvSpPr>
            <a:spLocks noGrp="1"/>
          </p:cNvSpPr>
          <p:nvPr>
            <p:ph type="title"/>
          </p:nvPr>
        </p:nvSpPr>
        <p:spPr bwMode="auto">
          <a:xfrm>
            <a:off x="1219200" y="596901"/>
            <a:ext cx="9618662" cy="1260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4287" tIns="52144" rIns="104287" bIns="52144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idx="1"/>
          </p:nvPr>
        </p:nvSpPr>
        <p:spPr bwMode="auto">
          <a:xfrm>
            <a:off x="1219200" y="1857376"/>
            <a:ext cx="9618662" cy="499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4287" tIns="52144" rIns="104287" bIns="5214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12" name="Picture 11" descr="A screenshot of a cell phone&#10;&#10;Description automatically generated">
            <a:extLst>
              <a:ext uri="{FF2B5EF4-FFF2-40B4-BE49-F238E27FC236}">
                <a16:creationId xmlns:a16="http://schemas.microsoft.com/office/drawing/2014/main" id="{0859D3EC-5E23-3B41-9DA0-38316698BC3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20942" t="89154" r="21091" b="4449"/>
          <a:stretch/>
        </p:blipFill>
        <p:spPr>
          <a:xfrm>
            <a:off x="3341899" y="6779378"/>
            <a:ext cx="4004840" cy="625040"/>
          </a:xfrm>
          <a:prstGeom prst="rect">
            <a:avLst/>
          </a:prstGeom>
          <a:ln w="3175">
            <a:noFill/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7D22DC1-2584-BA45-ADB4-CB64B76C919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80140" y="263856"/>
            <a:ext cx="1708498" cy="120797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E9D286-710B-4431-AA7C-95CB8D2880B9}" type="datetime1">
              <a:rPr lang="en-US" smtClean="0"/>
              <a:t>12/20/2023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A3E6B65-159F-439F-9BD7-E9F07CE5AD1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Title Placeholder 1"/>
          <p:cNvSpPr>
            <a:spLocks noGrp="1"/>
          </p:cNvSpPr>
          <p:nvPr>
            <p:ph type="title"/>
          </p:nvPr>
        </p:nvSpPr>
        <p:spPr bwMode="auto">
          <a:xfrm>
            <a:off x="1219200" y="596901"/>
            <a:ext cx="9618662" cy="1260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4287" tIns="52144" rIns="104287" bIns="52144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idx="1"/>
          </p:nvPr>
        </p:nvSpPr>
        <p:spPr bwMode="auto">
          <a:xfrm>
            <a:off x="1219200" y="1857376"/>
            <a:ext cx="9618662" cy="499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4287" tIns="52144" rIns="104287" bIns="5214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9" name="Picture 8" descr="A screenshot of a cell phone&#10;&#10;Description automatically generated">
            <a:extLst>
              <a:ext uri="{FF2B5EF4-FFF2-40B4-BE49-F238E27FC236}">
                <a16:creationId xmlns:a16="http://schemas.microsoft.com/office/drawing/2014/main" id="{EDE9ED95-923D-3548-823B-31E4248CF76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20942" t="89154" r="21091" b="4449"/>
          <a:stretch/>
        </p:blipFill>
        <p:spPr>
          <a:xfrm>
            <a:off x="3341899" y="6786998"/>
            <a:ext cx="4004840" cy="625040"/>
          </a:xfrm>
          <a:prstGeom prst="rect">
            <a:avLst/>
          </a:prstGeom>
          <a:ln w="3175">
            <a:noFill/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A1711B1-0CB2-3642-B322-BB9057DC06A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80140" y="263856"/>
            <a:ext cx="1708498" cy="120797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C064CD7-6888-478A-8C0F-B06BE0AE70F9}" type="datetime1">
              <a:rPr lang="en-US" smtClean="0"/>
              <a:t>12/20/2023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6416AF-AB6B-466F-BD3E-24BE387F471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5" name="Picture 1" descr="Background 01-04.jpg"/>
          <p:cNvPicPr>
            <a:picLocks noChangeAspect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 bwMode="auto">
          <a:xfrm>
            <a:off x="0" y="0"/>
            <a:ext cx="10688638" cy="755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" descr="Background 01.jp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7" y="5253"/>
            <a:ext cx="10683070" cy="71253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8"/>
          <p:cNvSpPr/>
          <p:nvPr userDrawn="1"/>
        </p:nvSpPr>
        <p:spPr>
          <a:xfrm>
            <a:off x="0" y="5687237"/>
            <a:ext cx="10688636" cy="1875613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2316"/>
          </a:p>
        </p:txBody>
      </p:sp>
      <p:sp>
        <p:nvSpPr>
          <p:cNvPr id="8" name="Rectangle 7"/>
          <p:cNvSpPr/>
          <p:nvPr userDrawn="1"/>
        </p:nvSpPr>
        <p:spPr>
          <a:xfrm>
            <a:off x="1977444" y="1796204"/>
            <a:ext cx="8711192" cy="5766646"/>
          </a:xfrm>
          <a:prstGeom prst="rect">
            <a:avLst/>
          </a:prstGeom>
          <a:solidFill>
            <a:srgbClr val="008F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2316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145788" y="2987337"/>
            <a:ext cx="8333014" cy="1621111"/>
          </a:xfrm>
        </p:spPr>
        <p:txBody>
          <a:bodyPr/>
          <a:lstStyle>
            <a:lvl1pPr eaLnBrk="1" hangingPunct="1">
              <a:defRPr sz="4852">
                <a:solidFill>
                  <a:schemeClr val="bg1"/>
                </a:solidFill>
              </a:defRPr>
            </a:lvl1pPr>
          </a:lstStyle>
          <a:p>
            <a:pPr eaLnBrk="1" hangingPunct="1"/>
            <a:r>
              <a:rPr lang="en-US" sz="3529" b="1" dirty="0">
                <a:solidFill>
                  <a:schemeClr val="bg1"/>
                </a:solidFill>
                <a:latin typeface="Open Sans" pitchFamily="-84" charset="0"/>
                <a:ea typeface="ＭＳ Ｐゴシック" pitchFamily="34" charset="-128"/>
              </a:rPr>
              <a:t>Headline Open Sans Bold 32pt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50819" y="4737012"/>
            <a:ext cx="7482047" cy="635271"/>
          </a:xfrm>
        </p:spPr>
        <p:txBody>
          <a:bodyPr>
            <a:normAutofit/>
          </a:bodyPr>
          <a:lstStyle>
            <a:lvl1pPr marL="0" indent="0" algn="ctr">
              <a:buNone/>
              <a:defRPr sz="2647">
                <a:solidFill>
                  <a:schemeClr val="bg1"/>
                </a:solidFill>
                <a:latin typeface="Open Sans"/>
              </a:defRPr>
            </a:lvl1pPr>
            <a:lvl2pPr marL="504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08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512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01680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52100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02520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52940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03360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id-ID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4432" y="7116596"/>
            <a:ext cx="2494016" cy="402652"/>
          </a:xfrm>
        </p:spPr>
        <p:txBody>
          <a:bodyPr/>
          <a:lstStyle/>
          <a:p>
            <a:fld id="{5EF9B71C-2D91-4D15-BAB7-ADA66F828B46}" type="datetimeFigureOut">
              <a:rPr lang="id-ID" smtClean="0"/>
              <a:pPr/>
              <a:t>20/12/2023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51952" y="7116596"/>
            <a:ext cx="3384735" cy="402652"/>
          </a:xfrm>
        </p:spPr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60190" y="7116596"/>
            <a:ext cx="2494016" cy="402652"/>
          </a:xfrm>
        </p:spPr>
        <p:txBody>
          <a:bodyPr/>
          <a:lstStyle/>
          <a:p>
            <a:fld id="{F173735F-2667-4028-B606-D96AABD86FDB}" type="slidenum">
              <a:rPr lang="id-ID" smtClean="0"/>
              <a:pPr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8125675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" descr="Background 02.jp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5369"/>
            <a:ext cx="10688637" cy="71290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Rectangle 10"/>
          <p:cNvSpPr/>
          <p:nvPr userDrawn="1"/>
        </p:nvSpPr>
        <p:spPr>
          <a:xfrm>
            <a:off x="0" y="5687237"/>
            <a:ext cx="10688636" cy="1875613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2316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4222" y="2272657"/>
            <a:ext cx="7992064" cy="873497"/>
          </a:xfrm>
        </p:spPr>
        <p:txBody>
          <a:bodyPr>
            <a:normAutofit/>
          </a:bodyPr>
          <a:lstStyle>
            <a:lvl1pPr algn="l">
              <a:defRPr sz="3308" b="1">
                <a:solidFill>
                  <a:srgbClr val="0079B8"/>
                </a:solidFill>
                <a:latin typeface="Open Sans"/>
              </a:defRPr>
            </a:lvl1pPr>
          </a:lstStyle>
          <a:p>
            <a:r>
              <a:rPr lang="en-US"/>
              <a:t>Click to edit Master title style</a:t>
            </a:r>
            <a:endParaRPr lang="id-ID" dirty="0"/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>
          <a:xfrm>
            <a:off x="534432" y="7116596"/>
            <a:ext cx="2494016" cy="402652"/>
          </a:xfrm>
        </p:spPr>
        <p:txBody>
          <a:bodyPr/>
          <a:lstStyle/>
          <a:p>
            <a:fld id="{5EF9B71C-2D91-4D15-BAB7-ADA66F828B46}" type="datetimeFigureOut">
              <a:rPr lang="id-ID" smtClean="0"/>
              <a:pPr/>
              <a:t>20/12/2023</a:t>
            </a:fld>
            <a:endParaRPr lang="id-ID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51952" y="7116596"/>
            <a:ext cx="3384735" cy="402652"/>
          </a:xfrm>
        </p:spPr>
        <p:txBody>
          <a:bodyPr/>
          <a:lstStyle/>
          <a:p>
            <a:endParaRPr lang="id-ID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60190" y="7116596"/>
            <a:ext cx="2494016" cy="402652"/>
          </a:xfrm>
        </p:spPr>
        <p:txBody>
          <a:bodyPr/>
          <a:lstStyle/>
          <a:p>
            <a:fld id="{F173735F-2667-4028-B606-D96AABD86FDB}" type="slidenum">
              <a:rPr lang="id-ID" smtClean="0"/>
              <a:pPr/>
              <a:t>‹#›</a:t>
            </a:fld>
            <a:endParaRPr lang="id-ID"/>
          </a:p>
        </p:txBody>
      </p:sp>
      <p:sp>
        <p:nvSpPr>
          <p:cNvPr id="14" name="Content Placeholder 2"/>
          <p:cNvSpPr>
            <a:spLocks noGrp="1"/>
          </p:cNvSpPr>
          <p:nvPr>
            <p:ph idx="1"/>
          </p:nvPr>
        </p:nvSpPr>
        <p:spPr>
          <a:xfrm>
            <a:off x="2234222" y="3781426"/>
            <a:ext cx="7992064" cy="3352910"/>
          </a:xfrm>
        </p:spPr>
        <p:txBody>
          <a:bodyPr/>
          <a:lstStyle>
            <a:lvl1pPr>
              <a:defRPr>
                <a:latin typeface="Open Sans"/>
              </a:defRPr>
            </a:lvl1pPr>
            <a:lvl2pPr>
              <a:defRPr>
                <a:latin typeface="Open Sans"/>
              </a:defRPr>
            </a:lvl2pPr>
            <a:lvl3pPr>
              <a:defRPr>
                <a:latin typeface="Open Sans"/>
              </a:defRPr>
            </a:lvl3pPr>
            <a:lvl4pPr>
              <a:defRPr>
                <a:latin typeface="Open Sans"/>
              </a:defRPr>
            </a:lvl4pPr>
            <a:lvl5pPr>
              <a:defRPr>
                <a:latin typeface="Open San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 dirty="0"/>
          </a:p>
        </p:txBody>
      </p:sp>
      <p:sp>
        <p:nvSpPr>
          <p:cNvPr id="16" name="Subtitle 2"/>
          <p:cNvSpPr>
            <a:spLocks noGrp="1"/>
          </p:cNvSpPr>
          <p:nvPr>
            <p:ph type="subTitle" idx="13"/>
          </p:nvPr>
        </p:nvSpPr>
        <p:spPr>
          <a:xfrm>
            <a:off x="2229960" y="3146154"/>
            <a:ext cx="7996326" cy="555862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id-ID" sz="2426" b="1" dirty="0">
                <a:solidFill>
                  <a:srgbClr val="0079B8"/>
                </a:solidFill>
                <a:latin typeface="Open Sans"/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  <a:buNone/>
            </a:pPr>
            <a:r>
              <a:rPr lang="en-US"/>
              <a:t>Click to edit Master subtitle style</a:t>
            </a: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15932935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56586" y="4859832"/>
            <a:ext cx="8585529" cy="747997"/>
          </a:xfrm>
        </p:spPr>
        <p:txBody>
          <a:bodyPr anchor="t">
            <a:noAutofit/>
          </a:bodyPr>
          <a:lstStyle>
            <a:lvl1pPr algn="l">
              <a:defRPr sz="3308" b="1" cap="all"/>
            </a:lvl1pPr>
          </a:lstStyle>
          <a:p>
            <a:r>
              <a:rPr lang="en-US"/>
              <a:t>Click to edit Master title style</a:t>
            </a:r>
            <a:endParaRPr lang="id-ID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56586" y="3205459"/>
            <a:ext cx="8585529" cy="1654373"/>
          </a:xfrm>
        </p:spPr>
        <p:txBody>
          <a:bodyPr anchor="b"/>
          <a:lstStyle>
            <a:lvl1pPr marL="0" indent="0">
              <a:buNone/>
              <a:defRPr sz="2206">
                <a:solidFill>
                  <a:schemeClr val="tx1">
                    <a:tint val="75000"/>
                  </a:schemeClr>
                </a:solidFill>
              </a:defRPr>
            </a:lvl1pPr>
            <a:lvl2pPr marL="504200" indent="0">
              <a:buNone/>
              <a:defRPr sz="1985">
                <a:solidFill>
                  <a:schemeClr val="tx1">
                    <a:tint val="75000"/>
                  </a:schemeClr>
                </a:solidFill>
              </a:defRPr>
            </a:lvl2pPr>
            <a:lvl3pPr marL="1008400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3pPr>
            <a:lvl4pPr marL="1512600" indent="0">
              <a:buNone/>
              <a:defRPr sz="1544">
                <a:solidFill>
                  <a:schemeClr val="tx1">
                    <a:tint val="75000"/>
                  </a:schemeClr>
                </a:solidFill>
              </a:defRPr>
            </a:lvl4pPr>
            <a:lvl5pPr marL="2016801" indent="0">
              <a:buNone/>
              <a:defRPr sz="1544">
                <a:solidFill>
                  <a:schemeClr val="tx1">
                    <a:tint val="75000"/>
                  </a:schemeClr>
                </a:solidFill>
              </a:defRPr>
            </a:lvl5pPr>
            <a:lvl6pPr marL="2521001" indent="0">
              <a:buNone/>
              <a:defRPr sz="1544">
                <a:solidFill>
                  <a:schemeClr val="tx1">
                    <a:tint val="75000"/>
                  </a:schemeClr>
                </a:solidFill>
              </a:defRPr>
            </a:lvl6pPr>
            <a:lvl7pPr marL="3025201" indent="0">
              <a:buNone/>
              <a:defRPr sz="1544">
                <a:solidFill>
                  <a:schemeClr val="tx1">
                    <a:tint val="75000"/>
                  </a:schemeClr>
                </a:solidFill>
              </a:defRPr>
            </a:lvl7pPr>
            <a:lvl8pPr marL="3529401" indent="0">
              <a:buNone/>
              <a:defRPr sz="1544">
                <a:solidFill>
                  <a:schemeClr val="tx1">
                    <a:tint val="75000"/>
                  </a:schemeClr>
                </a:solidFill>
              </a:defRPr>
            </a:lvl8pPr>
            <a:lvl9pPr marL="4033601" indent="0">
              <a:buNone/>
              <a:defRPr sz="154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9B71C-2D91-4D15-BAB7-ADA66F828B46}" type="datetimeFigureOut">
              <a:rPr lang="id-ID" smtClean="0"/>
              <a:pPr/>
              <a:t>20/12/2023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3735F-2667-4028-B606-D96AABD86FDB}" type="slidenum">
              <a:rPr lang="id-ID" smtClean="0"/>
              <a:pPr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0349583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893273" y="2907929"/>
            <a:ext cx="4040249" cy="3847868"/>
          </a:xfrm>
        </p:spPr>
        <p:txBody>
          <a:bodyPr>
            <a:normAutofit/>
          </a:bodyPr>
          <a:lstStyle>
            <a:lvl1pPr>
              <a:defRPr sz="2206"/>
            </a:lvl1pPr>
            <a:lvl2pPr>
              <a:defRPr sz="2206"/>
            </a:lvl2pPr>
            <a:lvl3pPr>
              <a:defRPr sz="2206"/>
            </a:lvl3pPr>
            <a:lvl4pPr>
              <a:defRPr sz="2206"/>
            </a:lvl4pPr>
            <a:lvl5pPr>
              <a:defRPr sz="2206"/>
            </a:lvl5pPr>
            <a:lvl6pPr>
              <a:defRPr sz="1985"/>
            </a:lvl6pPr>
            <a:lvl7pPr>
              <a:defRPr sz="1985"/>
            </a:lvl7pPr>
            <a:lvl8pPr>
              <a:defRPr sz="1985"/>
            </a:lvl8pPr>
            <a:lvl9pPr>
              <a:defRPr sz="198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17694" y="2907929"/>
            <a:ext cx="4136512" cy="3847868"/>
          </a:xfrm>
        </p:spPr>
        <p:txBody>
          <a:bodyPr>
            <a:normAutofit/>
          </a:bodyPr>
          <a:lstStyle>
            <a:lvl1pPr>
              <a:defRPr sz="2206"/>
            </a:lvl1pPr>
            <a:lvl2pPr>
              <a:defRPr sz="2206"/>
            </a:lvl2pPr>
            <a:lvl3pPr>
              <a:defRPr sz="2206"/>
            </a:lvl3pPr>
            <a:lvl4pPr>
              <a:defRPr sz="2206"/>
            </a:lvl4pPr>
            <a:lvl5pPr>
              <a:defRPr sz="2206"/>
            </a:lvl5pPr>
            <a:lvl6pPr>
              <a:defRPr sz="1985"/>
            </a:lvl6pPr>
            <a:lvl7pPr>
              <a:defRPr sz="1985"/>
            </a:lvl7pPr>
            <a:lvl8pPr>
              <a:defRPr sz="1985"/>
            </a:lvl8pPr>
            <a:lvl9pPr>
              <a:defRPr sz="198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9B71C-2D91-4D15-BAB7-ADA66F828B46}" type="datetimeFigureOut">
              <a:rPr lang="id-ID" smtClean="0"/>
              <a:pPr/>
              <a:t>20/12/2023</a:t>
            </a:fld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3735F-2667-4028-B606-D96AABD86FDB}" type="slidenum">
              <a:rPr lang="id-ID" smtClean="0"/>
              <a:pPr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02170310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93273" y="1637387"/>
            <a:ext cx="8260933" cy="111172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93273" y="2352066"/>
            <a:ext cx="4040249" cy="705515"/>
          </a:xfrm>
        </p:spPr>
        <p:txBody>
          <a:bodyPr anchor="b">
            <a:noAutofit/>
          </a:bodyPr>
          <a:lstStyle>
            <a:lvl1pPr marL="0" indent="0">
              <a:buNone/>
              <a:defRPr sz="2647" b="1"/>
            </a:lvl1pPr>
            <a:lvl2pPr marL="504200" indent="0">
              <a:buNone/>
              <a:defRPr sz="2206" b="1"/>
            </a:lvl2pPr>
            <a:lvl3pPr marL="1008400" indent="0">
              <a:buNone/>
              <a:defRPr sz="1985" b="1"/>
            </a:lvl3pPr>
            <a:lvl4pPr marL="1512600" indent="0">
              <a:buNone/>
              <a:defRPr sz="1764" b="1"/>
            </a:lvl4pPr>
            <a:lvl5pPr marL="2016801" indent="0">
              <a:buNone/>
              <a:defRPr sz="1764" b="1"/>
            </a:lvl5pPr>
            <a:lvl6pPr marL="2521001" indent="0">
              <a:buNone/>
              <a:defRPr sz="1764" b="1"/>
            </a:lvl6pPr>
            <a:lvl7pPr marL="3025201" indent="0">
              <a:buNone/>
              <a:defRPr sz="1764" b="1"/>
            </a:lvl7pPr>
            <a:lvl8pPr marL="3529401" indent="0">
              <a:buNone/>
              <a:defRPr sz="1764" b="1"/>
            </a:lvl8pPr>
            <a:lvl9pPr marL="4033601" indent="0">
              <a:buNone/>
              <a:defRPr sz="176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893273" y="2987337"/>
            <a:ext cx="4040249" cy="3811623"/>
          </a:xfrm>
        </p:spPr>
        <p:txBody>
          <a:bodyPr>
            <a:normAutofit/>
          </a:bodyPr>
          <a:lstStyle>
            <a:lvl1pPr>
              <a:defRPr sz="2206"/>
            </a:lvl1pPr>
            <a:lvl2pPr>
              <a:defRPr sz="2206"/>
            </a:lvl2pPr>
            <a:lvl3pPr>
              <a:defRPr sz="2206"/>
            </a:lvl3pPr>
            <a:lvl4pPr>
              <a:defRPr sz="2206"/>
            </a:lvl4pPr>
            <a:lvl5pPr>
              <a:defRPr sz="2206"/>
            </a:lvl5pPr>
            <a:lvl6pPr>
              <a:defRPr sz="1764"/>
            </a:lvl6pPr>
            <a:lvl7pPr>
              <a:defRPr sz="1764"/>
            </a:lvl7pPr>
            <a:lvl8pPr>
              <a:defRPr sz="1764"/>
            </a:lvl8pPr>
            <a:lvl9pPr>
              <a:defRPr sz="1764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01866" y="2987336"/>
            <a:ext cx="4052340" cy="3811625"/>
          </a:xfrm>
        </p:spPr>
        <p:txBody>
          <a:bodyPr>
            <a:normAutofit/>
          </a:bodyPr>
          <a:lstStyle>
            <a:lvl1pPr>
              <a:defRPr sz="2206"/>
            </a:lvl1pPr>
            <a:lvl2pPr>
              <a:defRPr sz="2206"/>
            </a:lvl2pPr>
            <a:lvl3pPr>
              <a:defRPr sz="2206"/>
            </a:lvl3pPr>
            <a:lvl4pPr>
              <a:defRPr sz="2206"/>
            </a:lvl4pPr>
            <a:lvl5pPr>
              <a:defRPr sz="2206"/>
            </a:lvl5pPr>
            <a:lvl6pPr>
              <a:defRPr sz="1764"/>
            </a:lvl6pPr>
            <a:lvl7pPr>
              <a:defRPr sz="1764"/>
            </a:lvl7pPr>
            <a:lvl8pPr>
              <a:defRPr sz="1764"/>
            </a:lvl8pPr>
            <a:lvl9pPr>
              <a:defRPr sz="1764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9B71C-2D91-4D15-BAB7-ADA66F828B46}" type="datetimeFigureOut">
              <a:rPr lang="id-ID" smtClean="0"/>
              <a:pPr/>
              <a:t>20/12/2023</a:t>
            </a:fld>
            <a:endParaRPr lang="id-ID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3735F-2667-4028-B606-D96AABD86FDB}" type="slidenum">
              <a:rPr lang="id-ID" smtClean="0"/>
              <a:pPr/>
              <a:t>‹#›</a:t>
            </a:fld>
            <a:endParaRPr lang="id-ID"/>
          </a:p>
        </p:txBody>
      </p:sp>
      <p:sp>
        <p:nvSpPr>
          <p:cNvPr id="10" name="Text Placeholder 2"/>
          <p:cNvSpPr>
            <a:spLocks noGrp="1"/>
          </p:cNvSpPr>
          <p:nvPr>
            <p:ph type="body" idx="13"/>
          </p:nvPr>
        </p:nvSpPr>
        <p:spPr>
          <a:xfrm>
            <a:off x="6101866" y="2352066"/>
            <a:ext cx="4040249" cy="705515"/>
          </a:xfrm>
        </p:spPr>
        <p:txBody>
          <a:bodyPr anchor="b">
            <a:noAutofit/>
          </a:bodyPr>
          <a:lstStyle>
            <a:lvl1pPr marL="0" indent="0">
              <a:buNone/>
              <a:defRPr sz="2647" b="1"/>
            </a:lvl1pPr>
            <a:lvl2pPr marL="504200" indent="0">
              <a:buNone/>
              <a:defRPr sz="2206" b="1"/>
            </a:lvl2pPr>
            <a:lvl3pPr marL="1008400" indent="0">
              <a:buNone/>
              <a:defRPr sz="1985" b="1"/>
            </a:lvl3pPr>
            <a:lvl4pPr marL="1512600" indent="0">
              <a:buNone/>
              <a:defRPr sz="1764" b="1"/>
            </a:lvl4pPr>
            <a:lvl5pPr marL="2016801" indent="0">
              <a:buNone/>
              <a:defRPr sz="1764" b="1"/>
            </a:lvl5pPr>
            <a:lvl6pPr marL="2521001" indent="0">
              <a:buNone/>
              <a:defRPr sz="1764" b="1"/>
            </a:lvl6pPr>
            <a:lvl7pPr marL="3025201" indent="0">
              <a:buNone/>
              <a:defRPr sz="1764" b="1"/>
            </a:lvl7pPr>
            <a:lvl8pPr marL="3529401" indent="0">
              <a:buNone/>
              <a:defRPr sz="1764" b="1"/>
            </a:lvl8pPr>
            <a:lvl9pPr marL="4033601" indent="0">
              <a:buNone/>
              <a:defRPr sz="176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5009462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9B71C-2D91-4D15-BAB7-ADA66F828B46}" type="datetimeFigureOut">
              <a:rPr lang="id-ID" smtClean="0"/>
              <a:pPr/>
              <a:t>20/12/2023</a:t>
            </a:fld>
            <a:endParaRPr lang="id-ID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3735F-2667-4028-B606-D96AABD86FDB}" type="slidenum">
              <a:rPr lang="id-ID" smtClean="0"/>
              <a:pPr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76649222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9B71C-2D91-4D15-BAB7-ADA66F828B46}" type="datetimeFigureOut">
              <a:rPr lang="id-ID" smtClean="0"/>
              <a:pPr/>
              <a:t>20/12/2023</a:t>
            </a:fld>
            <a:endParaRPr lang="id-ID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3735F-2667-4028-B606-D96AABD86FDB}" type="slidenum">
              <a:rPr lang="id-ID" smtClean="0"/>
              <a:pPr/>
              <a:t>‹#›</a:t>
            </a:fld>
            <a:endParaRPr lang="id-ID"/>
          </a:p>
        </p:txBody>
      </p:sp>
      <p:pic>
        <p:nvPicPr>
          <p:cNvPr id="5" name="Picture 1" descr="Background 03.jp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5253"/>
            <a:ext cx="11331112" cy="75575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535089" y="3153813"/>
            <a:ext cx="8260933" cy="1260475"/>
          </a:xfrm>
        </p:spPr>
        <p:txBody>
          <a:bodyPr>
            <a:normAutofit/>
          </a:bodyPr>
          <a:lstStyle>
            <a:lvl1pPr>
              <a:defRPr sz="3529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44258378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29961" y="1796204"/>
            <a:ext cx="7912154" cy="884439"/>
          </a:xfrm>
        </p:spPr>
        <p:txBody>
          <a:bodyPr anchor="b">
            <a:normAutofit/>
          </a:bodyPr>
          <a:lstStyle>
            <a:lvl1pPr algn="l">
              <a:defRPr sz="3308" b="1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29961" y="2828519"/>
            <a:ext cx="3703562" cy="4049850"/>
          </a:xfrm>
        </p:spPr>
        <p:txBody>
          <a:bodyPr/>
          <a:lstStyle>
            <a:lvl1pPr>
              <a:defRPr sz="2206"/>
            </a:lvl1pPr>
            <a:lvl2pPr>
              <a:defRPr sz="2206"/>
            </a:lvl2pPr>
            <a:lvl3pPr>
              <a:defRPr sz="2206"/>
            </a:lvl3pPr>
            <a:lvl4pPr>
              <a:defRPr sz="2206"/>
            </a:lvl4pPr>
            <a:lvl5pPr>
              <a:defRPr sz="2206"/>
            </a:lvl5pPr>
            <a:lvl6pPr>
              <a:defRPr sz="2206"/>
            </a:lvl6pPr>
            <a:lvl7pPr>
              <a:defRPr sz="2206"/>
            </a:lvl7pPr>
            <a:lvl8pPr>
              <a:defRPr sz="2206"/>
            </a:lvl8pPr>
            <a:lvl9pPr>
              <a:defRPr sz="2206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101866" y="2828519"/>
            <a:ext cx="4009428" cy="4049576"/>
          </a:xfrm>
        </p:spPr>
        <p:txBody>
          <a:bodyPr>
            <a:normAutofit/>
          </a:bodyPr>
          <a:lstStyle>
            <a:lvl1pPr marL="0" indent="0">
              <a:buNone/>
              <a:defRPr sz="2206"/>
            </a:lvl1pPr>
            <a:lvl2pPr marL="504200" indent="0">
              <a:buNone/>
              <a:defRPr sz="1323"/>
            </a:lvl2pPr>
            <a:lvl3pPr marL="1008400" indent="0">
              <a:buNone/>
              <a:defRPr sz="1103"/>
            </a:lvl3pPr>
            <a:lvl4pPr marL="1512600" indent="0">
              <a:buNone/>
              <a:defRPr sz="993"/>
            </a:lvl4pPr>
            <a:lvl5pPr marL="2016801" indent="0">
              <a:buNone/>
              <a:defRPr sz="993"/>
            </a:lvl5pPr>
            <a:lvl6pPr marL="2521001" indent="0">
              <a:buNone/>
              <a:defRPr sz="993"/>
            </a:lvl6pPr>
            <a:lvl7pPr marL="3025201" indent="0">
              <a:buNone/>
              <a:defRPr sz="993"/>
            </a:lvl7pPr>
            <a:lvl8pPr marL="3529401" indent="0">
              <a:buNone/>
              <a:defRPr sz="993"/>
            </a:lvl8pPr>
            <a:lvl9pPr marL="4033601" indent="0">
              <a:buNone/>
              <a:defRPr sz="99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9B71C-2D91-4D15-BAB7-ADA66F828B46}" type="datetimeFigureOut">
              <a:rPr lang="id-ID" smtClean="0"/>
              <a:pPr/>
              <a:t>20/12/2023</a:t>
            </a:fld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3735F-2667-4028-B606-D96AABD86FDB}" type="slidenum">
              <a:rPr lang="id-ID" smtClean="0"/>
              <a:pPr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41750449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95048" y="5293995"/>
            <a:ext cx="8047067" cy="624986"/>
          </a:xfrm>
        </p:spPr>
        <p:txBody>
          <a:bodyPr anchor="b"/>
          <a:lstStyle>
            <a:lvl1pPr algn="l">
              <a:defRPr sz="2206" b="1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095048" y="2113840"/>
            <a:ext cx="8047067" cy="3099624"/>
          </a:xfrm>
        </p:spPr>
        <p:txBody>
          <a:bodyPr/>
          <a:lstStyle>
            <a:lvl1pPr marL="0" indent="0">
              <a:buNone/>
              <a:defRPr sz="3529"/>
            </a:lvl1pPr>
            <a:lvl2pPr marL="504200" indent="0">
              <a:buNone/>
              <a:defRPr sz="3088"/>
            </a:lvl2pPr>
            <a:lvl3pPr marL="1008400" indent="0">
              <a:buNone/>
              <a:defRPr sz="2647"/>
            </a:lvl3pPr>
            <a:lvl4pPr marL="1512600" indent="0">
              <a:buNone/>
              <a:defRPr sz="2206"/>
            </a:lvl4pPr>
            <a:lvl5pPr marL="2016801" indent="0">
              <a:buNone/>
              <a:defRPr sz="2206"/>
            </a:lvl5pPr>
            <a:lvl6pPr marL="2521001" indent="0">
              <a:buNone/>
              <a:defRPr sz="2206"/>
            </a:lvl6pPr>
            <a:lvl7pPr marL="3025201" indent="0">
              <a:buNone/>
              <a:defRPr sz="2206"/>
            </a:lvl7pPr>
            <a:lvl8pPr marL="3529401" indent="0">
              <a:buNone/>
              <a:defRPr sz="2206"/>
            </a:lvl8pPr>
            <a:lvl9pPr marL="4033601" indent="0">
              <a:buNone/>
              <a:defRPr sz="2206"/>
            </a:lvl9pPr>
          </a:lstStyle>
          <a:p>
            <a:r>
              <a:rPr lang="en-US"/>
              <a:t>Click icon to add picture</a:t>
            </a:r>
            <a:endParaRPr lang="id-ID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95048" y="5918981"/>
            <a:ext cx="8047067" cy="887584"/>
          </a:xfrm>
        </p:spPr>
        <p:txBody>
          <a:bodyPr/>
          <a:lstStyle>
            <a:lvl1pPr marL="0" indent="0">
              <a:buNone/>
              <a:defRPr sz="1544"/>
            </a:lvl1pPr>
            <a:lvl2pPr marL="504200" indent="0">
              <a:buNone/>
              <a:defRPr sz="1323"/>
            </a:lvl2pPr>
            <a:lvl3pPr marL="1008400" indent="0">
              <a:buNone/>
              <a:defRPr sz="1103"/>
            </a:lvl3pPr>
            <a:lvl4pPr marL="1512600" indent="0">
              <a:buNone/>
              <a:defRPr sz="993"/>
            </a:lvl4pPr>
            <a:lvl5pPr marL="2016801" indent="0">
              <a:buNone/>
              <a:defRPr sz="993"/>
            </a:lvl5pPr>
            <a:lvl6pPr marL="2521001" indent="0">
              <a:buNone/>
              <a:defRPr sz="993"/>
            </a:lvl6pPr>
            <a:lvl7pPr marL="3025201" indent="0">
              <a:buNone/>
              <a:defRPr sz="993"/>
            </a:lvl7pPr>
            <a:lvl8pPr marL="3529401" indent="0">
              <a:buNone/>
              <a:defRPr sz="993"/>
            </a:lvl8pPr>
            <a:lvl9pPr marL="4033601" indent="0">
              <a:buNone/>
              <a:defRPr sz="99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9B71C-2D91-4D15-BAB7-ADA66F828B46}" type="datetimeFigureOut">
              <a:rPr lang="id-ID" smtClean="0"/>
              <a:pPr/>
              <a:t>20/12/2023</a:t>
            </a:fld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3735F-2667-4028-B606-D96AABD86FDB}" type="slidenum">
              <a:rPr lang="id-ID" smtClean="0"/>
              <a:pPr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46048557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9B71C-2D91-4D15-BAB7-ADA66F828B46}" type="datetimeFigureOut">
              <a:rPr lang="id-ID" smtClean="0"/>
              <a:pPr/>
              <a:t>20/12/2023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3735F-2667-4028-B606-D96AABD86FDB}" type="slidenum">
              <a:rPr lang="id-ID" smtClean="0"/>
              <a:pPr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65438936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749262" y="1637387"/>
            <a:ext cx="2404944" cy="511841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19898" y="1637387"/>
            <a:ext cx="6351220" cy="511841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9B71C-2D91-4D15-BAB7-ADA66F828B46}" type="datetimeFigureOut">
              <a:rPr lang="id-ID" smtClean="0"/>
              <a:pPr/>
              <a:t>20/12/2023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3735F-2667-4028-B606-D96AABD86FDB}" type="slidenum">
              <a:rPr lang="id-ID" smtClean="0"/>
              <a:pPr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22832572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1_Title and Conten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"/>
          <p:cNvSpPr txBox="1">
            <a:spLocks noGrp="1"/>
          </p:cNvSpPr>
          <p:nvPr>
            <p:ph type="title"/>
          </p:nvPr>
        </p:nvSpPr>
        <p:spPr>
          <a:xfrm>
            <a:off x="357603" y="250149"/>
            <a:ext cx="9619774" cy="8778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E67032"/>
              </a:buClr>
              <a:buSzPts val="3000"/>
              <a:buFont typeface="Calibri"/>
              <a:buNone/>
              <a:defRPr sz="3308" b="1">
                <a:solidFill>
                  <a:srgbClr val="E6703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E67032"/>
              </a:buClr>
              <a:buSzPts val="3000"/>
              <a:buNone/>
              <a:defRPr sz="3308" b="1">
                <a:solidFill>
                  <a:srgbClr val="E6703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E67032"/>
              </a:buClr>
              <a:buSzPts val="3000"/>
              <a:buNone/>
              <a:defRPr sz="3308" b="1">
                <a:solidFill>
                  <a:srgbClr val="E6703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E67032"/>
              </a:buClr>
              <a:buSzPts val="3000"/>
              <a:buNone/>
              <a:defRPr sz="3308" b="1">
                <a:solidFill>
                  <a:srgbClr val="E6703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E67032"/>
              </a:buClr>
              <a:buSzPts val="3000"/>
              <a:buNone/>
              <a:defRPr sz="3308" b="1">
                <a:solidFill>
                  <a:srgbClr val="E6703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E67032"/>
              </a:buClr>
              <a:buSzPts val="3000"/>
              <a:buNone/>
              <a:defRPr sz="3308" b="1">
                <a:solidFill>
                  <a:srgbClr val="E6703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E67032"/>
              </a:buClr>
              <a:buSzPts val="3000"/>
              <a:buNone/>
              <a:defRPr sz="3308" b="1">
                <a:solidFill>
                  <a:srgbClr val="E6703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E67032"/>
              </a:buClr>
              <a:buSzPts val="3000"/>
              <a:buNone/>
              <a:defRPr sz="3308" b="1">
                <a:solidFill>
                  <a:srgbClr val="E6703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E67032"/>
              </a:buClr>
              <a:buSzPts val="3000"/>
              <a:buNone/>
              <a:defRPr sz="3308" b="1">
                <a:solidFill>
                  <a:srgbClr val="E67032"/>
                </a:solidFill>
              </a:defRPr>
            </a:lvl9pPr>
          </a:lstStyle>
          <a:p>
            <a:endParaRPr/>
          </a:p>
        </p:txBody>
      </p:sp>
      <p:sp>
        <p:nvSpPr>
          <p:cNvPr id="69" name="Google Shape;69;p8"/>
          <p:cNvSpPr txBox="1">
            <a:spLocks noGrp="1"/>
          </p:cNvSpPr>
          <p:nvPr>
            <p:ph type="body" idx="1"/>
          </p:nvPr>
        </p:nvSpPr>
        <p:spPr>
          <a:xfrm>
            <a:off x="534432" y="1764665"/>
            <a:ext cx="9619774" cy="4991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504200" lvl="0" indent="-378150" algn="l" rtl="0">
              <a:spcBef>
                <a:spcPts val="706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/>
            </a:lvl1pPr>
            <a:lvl2pPr marL="1008400" lvl="1" indent="-378150" algn="l" rtl="0">
              <a:spcBef>
                <a:spcPts val="618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/>
            </a:lvl2pPr>
            <a:lvl3pPr marL="1512600" lvl="2" indent="-378150" algn="l" rtl="0">
              <a:spcBef>
                <a:spcPts val="529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/>
            </a:lvl3pPr>
            <a:lvl4pPr marL="2016801" lvl="3" indent="-378150" algn="l" rtl="0">
              <a:spcBef>
                <a:spcPts val="441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/>
            </a:lvl4pPr>
            <a:lvl5pPr marL="2521001" lvl="4" indent="-378150" algn="l" rtl="0">
              <a:spcBef>
                <a:spcPts val="441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/>
            </a:lvl5pPr>
            <a:lvl6pPr marL="3025201" lvl="5" indent="-378150" algn="l" rtl="0">
              <a:spcBef>
                <a:spcPts val="441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/>
            </a:lvl6pPr>
            <a:lvl7pPr marL="3529401" lvl="6" indent="-378150" algn="l" rtl="0">
              <a:spcBef>
                <a:spcPts val="441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/>
            </a:lvl7pPr>
            <a:lvl8pPr marL="4033601" lvl="7" indent="-378150" algn="l" rtl="0">
              <a:spcBef>
                <a:spcPts val="441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/>
            </a:lvl8pPr>
            <a:lvl9pPr marL="4537801" lvl="8" indent="-378150" algn="l" rtl="0">
              <a:spcBef>
                <a:spcPts val="441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/>
            </a:lvl9pPr>
          </a:lstStyle>
          <a:p>
            <a:endParaRPr/>
          </a:p>
        </p:txBody>
      </p:sp>
      <p:sp>
        <p:nvSpPr>
          <p:cNvPr id="70" name="Google Shape;70;p8"/>
          <p:cNvSpPr txBox="1">
            <a:spLocks noGrp="1"/>
          </p:cNvSpPr>
          <p:nvPr>
            <p:ph type="dt" idx="10"/>
          </p:nvPr>
        </p:nvSpPr>
        <p:spPr>
          <a:xfrm>
            <a:off x="534432" y="7009643"/>
            <a:ext cx="2494016" cy="4027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-98039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504200" marR="0" lvl="1" indent="-98039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008400" marR="0" lvl="2" indent="-98039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512600" marR="0" lvl="3" indent="-98039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016801" marR="0" lvl="4" indent="-98039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521001" marR="0" lvl="5" indent="-98039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025201" marR="0" lvl="6" indent="-98039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529401" marR="0" lvl="7" indent="-98039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033601" marR="0" lvl="8" indent="-98039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71" name="Google Shape;71;p8"/>
          <p:cNvSpPr txBox="1">
            <a:spLocks noGrp="1"/>
          </p:cNvSpPr>
          <p:nvPr>
            <p:ph type="ftr" idx="11"/>
          </p:nvPr>
        </p:nvSpPr>
        <p:spPr>
          <a:xfrm>
            <a:off x="3651952" y="7009643"/>
            <a:ext cx="3384735" cy="4027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-98039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504200" marR="0" lvl="1" indent="-98039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008400" marR="0" lvl="2" indent="-98039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512600" marR="0" lvl="3" indent="-98039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016801" marR="0" lvl="4" indent="-98039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521001" marR="0" lvl="5" indent="-98039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025201" marR="0" lvl="6" indent="-98039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529401" marR="0" lvl="7" indent="-98039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033601" marR="0" lvl="8" indent="-98039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72" name="Google Shape;72;p8"/>
          <p:cNvSpPr txBox="1">
            <a:spLocks noGrp="1"/>
          </p:cNvSpPr>
          <p:nvPr>
            <p:ph type="sldNum" idx="12"/>
          </p:nvPr>
        </p:nvSpPr>
        <p:spPr>
          <a:xfrm>
            <a:off x="7660190" y="7009643"/>
            <a:ext cx="2494016" cy="4027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buNone/>
              <a:defRPr/>
            </a:lvl1pPr>
            <a:lvl2pPr marL="0" marR="0" lvl="1" indent="0" algn="r" rtl="0">
              <a:buNone/>
              <a:defRPr/>
            </a:lvl2pPr>
            <a:lvl3pPr marL="0" marR="0" lvl="2" indent="0" algn="r" rtl="0">
              <a:buNone/>
              <a:defRPr/>
            </a:lvl3pPr>
            <a:lvl4pPr marL="0" marR="0" lvl="3" indent="0" algn="r" rtl="0">
              <a:buNone/>
              <a:defRPr/>
            </a:lvl4pPr>
            <a:lvl5pPr marL="0" marR="0" lvl="4" indent="0" algn="r" rtl="0">
              <a:buNone/>
              <a:defRPr/>
            </a:lvl5pPr>
            <a:lvl6pPr marL="0" marR="0" lvl="5" indent="0" algn="r" rtl="0">
              <a:buNone/>
              <a:defRPr/>
            </a:lvl6pPr>
            <a:lvl7pPr marL="0" marR="0" lvl="6" indent="0" algn="r" rtl="0">
              <a:buNone/>
              <a:defRPr/>
            </a:lvl7pPr>
            <a:lvl8pPr marL="0" marR="0" lvl="7" indent="0" algn="r" rtl="0">
              <a:buNone/>
              <a:defRPr/>
            </a:lvl8pPr>
            <a:lvl9pPr marL="0" marR="0" lvl="8" indent="0" algn="r" rtl="0">
              <a:buNone/>
              <a:defRPr/>
            </a:lvl9pPr>
          </a:lstStyle>
          <a:p>
            <a:pPr indent="-98039">
              <a:buSzPts val="1400"/>
              <a:buFontTx/>
              <a:buChar char="●"/>
            </a:pPr>
            <a:endParaRPr lang="en-ID"/>
          </a:p>
          <a:p>
            <a:pPr marL="504200" lvl="1" indent="-98039" algn="l">
              <a:buSzPts val="1400"/>
              <a:buFontTx/>
              <a:buChar char="○"/>
            </a:pPr>
            <a:endParaRPr lang="en-ID"/>
          </a:p>
          <a:p>
            <a:pPr marL="1008400" lvl="2" indent="-98039" algn="l">
              <a:buSzPts val="1400"/>
              <a:buFontTx/>
              <a:buChar char="■"/>
            </a:pPr>
            <a:endParaRPr lang="en-ID"/>
          </a:p>
          <a:p>
            <a:pPr marL="1512600" lvl="3" indent="-98039" algn="l">
              <a:buSzPts val="1400"/>
              <a:buFontTx/>
              <a:buChar char="●"/>
            </a:pPr>
            <a:endParaRPr lang="en-ID"/>
          </a:p>
          <a:p>
            <a:pPr marL="2016801" lvl="4" indent="-98039" algn="l">
              <a:buSzPts val="1400"/>
              <a:buFontTx/>
              <a:buChar char="○"/>
            </a:pPr>
            <a:endParaRPr lang="en-ID"/>
          </a:p>
          <a:p>
            <a:pPr marL="2521001" lvl="5" indent="-98039" algn="l">
              <a:buSzPts val="1400"/>
              <a:buFontTx/>
              <a:buChar char="■"/>
            </a:pPr>
            <a:endParaRPr lang="en-ID"/>
          </a:p>
          <a:p>
            <a:pPr marL="3025201" lvl="6" indent="-98039" algn="l">
              <a:buSzPts val="1400"/>
              <a:buFontTx/>
              <a:buChar char="●"/>
            </a:pPr>
            <a:endParaRPr lang="en-ID"/>
          </a:p>
          <a:p>
            <a:pPr marL="3529401" lvl="7" indent="-98039" algn="l">
              <a:buSzPts val="1400"/>
              <a:buFontTx/>
              <a:buChar char="○"/>
            </a:pPr>
            <a:endParaRPr lang="en-ID"/>
          </a:p>
          <a:p>
            <a:pPr marL="4033601" lvl="8" indent="-98039" algn="l">
              <a:buSzPts val="1400"/>
              <a:buFontTx/>
              <a:buChar char="■"/>
            </a:pP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41746835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1648" y="2349387"/>
            <a:ext cx="9085342" cy="162111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03296" y="4285615"/>
            <a:ext cx="7482047" cy="1932728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1453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8290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24361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6581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0726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4872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9017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31630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2144194-3E5D-449F-9A98-3050D4C6AB3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1" descr="Background 01-01.jpg"/>
          <p:cNvPicPr>
            <a:picLocks noChangeAspect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 bwMode="auto">
          <a:xfrm>
            <a:off x="0" y="0"/>
            <a:ext cx="10688638" cy="755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Subtitle 2"/>
          <p:cNvSpPr txBox="1">
            <a:spLocks/>
          </p:cNvSpPr>
          <p:nvPr userDrawn="1"/>
        </p:nvSpPr>
        <p:spPr bwMode="auto">
          <a:xfrm>
            <a:off x="3133726" y="3813176"/>
            <a:ext cx="6800850" cy="1200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82907" tIns="41454" rIns="82907" bIns="41454" numCol="1" anchor="t" anchorCtr="0" compatLnSpc="1">
            <a:prstTxWarp prst="textNoShape">
              <a:avLst/>
            </a:prstTxWarp>
          </a:bodyPr>
          <a:lstStyle/>
          <a:p>
            <a:pPr marL="310464" marR="0" lvl="0" indent="-310464" algn="l" defTabSz="413952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2544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Open Sans" pitchFamily="-84" charset="0"/>
              <a:ea typeface="MS PGothic" pitchFamily="34" charset="-128"/>
              <a:cs typeface="ＭＳ Ｐゴシック" charset="0"/>
            </a:endParaRPr>
          </a:p>
        </p:txBody>
      </p:sp>
      <p:sp>
        <p:nvSpPr>
          <p:cNvPr id="9" name="Subtitle 2"/>
          <p:cNvSpPr txBox="1">
            <a:spLocks/>
          </p:cNvSpPr>
          <p:nvPr userDrawn="1"/>
        </p:nvSpPr>
        <p:spPr bwMode="auto">
          <a:xfrm>
            <a:off x="2678113" y="4419601"/>
            <a:ext cx="7481887" cy="1200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2907" tIns="41454" rIns="82907" bIns="41454"/>
          <a:lstStyle/>
          <a:p>
            <a:pPr algn="ctr">
              <a:spcBef>
                <a:spcPct val="20000"/>
              </a:spcBef>
              <a:buFont typeface="Arial" pitchFamily="34" charset="0"/>
              <a:buNone/>
            </a:pPr>
            <a:endParaRPr lang="en-US" sz="1908">
              <a:solidFill>
                <a:schemeClr val="bg1"/>
              </a:solidFill>
              <a:latin typeface="Open Sans" pitchFamily="-84" charset="0"/>
            </a:endParaRPr>
          </a:p>
        </p:txBody>
      </p:sp>
      <p:pic>
        <p:nvPicPr>
          <p:cNvPr id="12" name="Picture 11" descr="A screenshot of a cell phone&#10;&#10;Description automatically generated">
            <a:extLst>
              <a:ext uri="{FF2B5EF4-FFF2-40B4-BE49-F238E27FC236}">
                <a16:creationId xmlns:a16="http://schemas.microsoft.com/office/drawing/2014/main" id="{9EA64FB5-AD3D-6B4E-9CDC-DAE578F5C07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0942" t="89154" r="21091" b="4449"/>
          <a:stretch/>
        </p:blipFill>
        <p:spPr>
          <a:xfrm>
            <a:off x="6504291" y="672647"/>
            <a:ext cx="4004840" cy="625040"/>
          </a:xfrm>
          <a:prstGeom prst="rect">
            <a:avLst/>
          </a:prstGeom>
          <a:ln w="3175">
            <a:noFill/>
          </a:ln>
        </p:spPr>
      </p:pic>
    </p:spTree>
    <p:extLst>
      <p:ext uri="{BB962C8B-B14F-4D97-AF65-F5344CB8AC3E}">
        <p14:creationId xmlns:p14="http://schemas.microsoft.com/office/powerpoint/2010/main" val="365798622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D7FA9F5-F61B-45A1-B5E1-F65A5889B2E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1" descr="Background 01-02.jpg"/>
          <p:cNvPicPr>
            <a:picLocks noChangeAspect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 bwMode="auto">
          <a:xfrm>
            <a:off x="0" y="0"/>
            <a:ext cx="10688638" cy="755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Title Placeholder 1"/>
          <p:cNvSpPr>
            <a:spLocks noGrp="1"/>
          </p:cNvSpPr>
          <p:nvPr>
            <p:ph type="title"/>
          </p:nvPr>
        </p:nvSpPr>
        <p:spPr bwMode="auto">
          <a:xfrm>
            <a:off x="1238251" y="749301"/>
            <a:ext cx="9618662" cy="1260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4287" tIns="52144" rIns="104287" bIns="52144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" name="Text Placeholder 2"/>
          <p:cNvSpPr>
            <a:spLocks noGrp="1"/>
          </p:cNvSpPr>
          <p:nvPr>
            <p:ph idx="13"/>
          </p:nvPr>
        </p:nvSpPr>
        <p:spPr bwMode="auto">
          <a:xfrm>
            <a:off x="1238251" y="2009776"/>
            <a:ext cx="9618662" cy="49911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4287" tIns="52144" rIns="104287" bIns="5214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2" name="Picture 11" descr="A screenshot of a cell phone&#10;&#10;Description automatically generated">
            <a:extLst>
              <a:ext uri="{FF2B5EF4-FFF2-40B4-BE49-F238E27FC236}">
                <a16:creationId xmlns:a16="http://schemas.microsoft.com/office/drawing/2014/main" id="{5317F68B-01F1-E94A-99D3-3F09D8A936B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0942" t="89154" r="21091" b="4449"/>
          <a:stretch/>
        </p:blipFill>
        <p:spPr>
          <a:xfrm>
            <a:off x="3392489" y="6813669"/>
            <a:ext cx="4004840" cy="625040"/>
          </a:xfrm>
          <a:prstGeom prst="rect">
            <a:avLst/>
          </a:prstGeom>
          <a:ln w="3175">
            <a:noFill/>
          </a:ln>
        </p:spPr>
      </p:pic>
    </p:spTree>
    <p:extLst>
      <p:ext uri="{BB962C8B-B14F-4D97-AF65-F5344CB8AC3E}">
        <p14:creationId xmlns:p14="http://schemas.microsoft.com/office/powerpoint/2010/main" val="363535255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4329" y="4859833"/>
            <a:ext cx="9085342" cy="1502066"/>
          </a:xfrm>
        </p:spPr>
        <p:txBody>
          <a:bodyPr anchor="t"/>
          <a:lstStyle>
            <a:lvl1pPr algn="l">
              <a:defRPr sz="3657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4329" y="3205460"/>
            <a:ext cx="9085342" cy="1654373"/>
          </a:xfrm>
        </p:spPr>
        <p:txBody>
          <a:bodyPr anchor="b"/>
          <a:lstStyle>
            <a:lvl1pPr marL="0" indent="0">
              <a:buNone/>
              <a:defRPr sz="1829">
                <a:solidFill>
                  <a:schemeClr val="tx1">
                    <a:tint val="75000"/>
                  </a:schemeClr>
                </a:solidFill>
              </a:defRPr>
            </a:lvl1pPr>
            <a:lvl2pPr marL="414538" indent="0">
              <a:buNone/>
              <a:defRPr sz="1669">
                <a:solidFill>
                  <a:schemeClr val="tx1">
                    <a:tint val="75000"/>
                  </a:schemeClr>
                </a:solidFill>
              </a:defRPr>
            </a:lvl2pPr>
            <a:lvl3pPr marL="829075" indent="0">
              <a:buNone/>
              <a:defRPr sz="1431">
                <a:solidFill>
                  <a:schemeClr val="tx1">
                    <a:tint val="75000"/>
                  </a:schemeClr>
                </a:solidFill>
              </a:defRPr>
            </a:lvl3pPr>
            <a:lvl4pPr marL="1243613" indent="0">
              <a:buNone/>
              <a:defRPr sz="1272">
                <a:solidFill>
                  <a:schemeClr val="tx1">
                    <a:tint val="75000"/>
                  </a:schemeClr>
                </a:solidFill>
              </a:defRPr>
            </a:lvl4pPr>
            <a:lvl5pPr marL="1658150" indent="0">
              <a:buNone/>
              <a:defRPr sz="1272">
                <a:solidFill>
                  <a:schemeClr val="tx1">
                    <a:tint val="75000"/>
                  </a:schemeClr>
                </a:solidFill>
              </a:defRPr>
            </a:lvl5pPr>
            <a:lvl6pPr marL="2072689" indent="0">
              <a:buNone/>
              <a:defRPr sz="1272">
                <a:solidFill>
                  <a:schemeClr val="tx1">
                    <a:tint val="75000"/>
                  </a:schemeClr>
                </a:solidFill>
              </a:defRPr>
            </a:lvl6pPr>
            <a:lvl7pPr marL="2487227" indent="0">
              <a:buNone/>
              <a:defRPr sz="1272">
                <a:solidFill>
                  <a:schemeClr val="tx1">
                    <a:tint val="75000"/>
                  </a:schemeClr>
                </a:solidFill>
              </a:defRPr>
            </a:lvl7pPr>
            <a:lvl8pPr marL="2901764" indent="0">
              <a:buNone/>
              <a:defRPr sz="1272">
                <a:solidFill>
                  <a:schemeClr val="tx1">
                    <a:tint val="75000"/>
                  </a:schemeClr>
                </a:solidFill>
              </a:defRPr>
            </a:lvl8pPr>
            <a:lvl9pPr marL="3316302" indent="0">
              <a:buNone/>
              <a:defRPr sz="127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72044D-538C-4006-A81A-9ADFE14E088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683210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4433" y="1764667"/>
            <a:ext cx="4720815" cy="4991131"/>
          </a:xfrm>
        </p:spPr>
        <p:txBody>
          <a:bodyPr/>
          <a:lstStyle>
            <a:lvl1pPr>
              <a:defRPr sz="2544"/>
            </a:lvl1pPr>
            <a:lvl2pPr>
              <a:defRPr sz="2146"/>
            </a:lvl2pPr>
            <a:lvl3pPr>
              <a:defRPr sz="1829"/>
            </a:lvl3pPr>
            <a:lvl4pPr>
              <a:defRPr sz="1669"/>
            </a:lvl4pPr>
            <a:lvl5pPr>
              <a:defRPr sz="1669"/>
            </a:lvl5pPr>
            <a:lvl6pPr>
              <a:defRPr sz="1669"/>
            </a:lvl6pPr>
            <a:lvl7pPr>
              <a:defRPr sz="1669"/>
            </a:lvl7pPr>
            <a:lvl8pPr>
              <a:defRPr sz="1669"/>
            </a:lvl8pPr>
            <a:lvl9pPr>
              <a:defRPr sz="166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33392" y="1764667"/>
            <a:ext cx="4720815" cy="4991131"/>
          </a:xfrm>
        </p:spPr>
        <p:txBody>
          <a:bodyPr/>
          <a:lstStyle>
            <a:lvl1pPr>
              <a:defRPr sz="2544"/>
            </a:lvl1pPr>
            <a:lvl2pPr>
              <a:defRPr sz="2146"/>
            </a:lvl2pPr>
            <a:lvl3pPr>
              <a:defRPr sz="1829"/>
            </a:lvl3pPr>
            <a:lvl4pPr>
              <a:defRPr sz="1669"/>
            </a:lvl4pPr>
            <a:lvl5pPr>
              <a:defRPr sz="1669"/>
            </a:lvl5pPr>
            <a:lvl6pPr>
              <a:defRPr sz="1669"/>
            </a:lvl6pPr>
            <a:lvl7pPr>
              <a:defRPr sz="1669"/>
            </a:lvl7pPr>
            <a:lvl8pPr>
              <a:defRPr sz="1669"/>
            </a:lvl8pPr>
            <a:lvl9pPr>
              <a:defRPr sz="166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E504BA8-D676-4613-9C2C-2877DCA64D8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8" name="Picture 1" descr="Background 01-03.jpg"/>
          <p:cNvPicPr>
            <a:picLocks noChangeAspect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 bwMode="auto">
          <a:xfrm>
            <a:off x="0" y="0"/>
            <a:ext cx="10688638" cy="755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Title Placeholder 1"/>
          <p:cNvSpPr>
            <a:spLocks noGrp="1"/>
          </p:cNvSpPr>
          <p:nvPr>
            <p:ph type="title"/>
          </p:nvPr>
        </p:nvSpPr>
        <p:spPr bwMode="auto">
          <a:xfrm>
            <a:off x="1219200" y="596902"/>
            <a:ext cx="9618662" cy="1260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4287" tIns="52144" rIns="104287" bIns="52144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idx="13"/>
          </p:nvPr>
        </p:nvSpPr>
        <p:spPr bwMode="auto">
          <a:xfrm>
            <a:off x="1219200" y="1857376"/>
            <a:ext cx="9618662" cy="49911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4287" tIns="52144" rIns="104287" bIns="5214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3" name="Picture 12" descr="A screenshot of a cell phone&#10;&#10;Description automatically generated">
            <a:extLst>
              <a:ext uri="{FF2B5EF4-FFF2-40B4-BE49-F238E27FC236}">
                <a16:creationId xmlns:a16="http://schemas.microsoft.com/office/drawing/2014/main" id="{E24EA1D8-E779-9B4C-A906-459512BC2D8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0942" t="89154" r="21091" b="4449"/>
          <a:stretch/>
        </p:blipFill>
        <p:spPr>
          <a:xfrm>
            <a:off x="3350299" y="6745089"/>
            <a:ext cx="4004840" cy="625040"/>
          </a:xfrm>
          <a:prstGeom prst="rect">
            <a:avLst/>
          </a:prstGeom>
          <a:ln w="3175">
            <a:noFill/>
          </a:ln>
        </p:spPr>
      </p:pic>
    </p:spTree>
    <p:extLst>
      <p:ext uri="{BB962C8B-B14F-4D97-AF65-F5344CB8AC3E}">
        <p14:creationId xmlns:p14="http://schemas.microsoft.com/office/powerpoint/2010/main" val="87773587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CA70E03-8071-4189-BFD0-FC7EEE7DCDB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10" name="Title Placeholder 1"/>
          <p:cNvSpPr>
            <a:spLocks noGrp="1"/>
          </p:cNvSpPr>
          <p:nvPr>
            <p:ph type="title"/>
          </p:nvPr>
        </p:nvSpPr>
        <p:spPr bwMode="auto">
          <a:xfrm>
            <a:off x="1219200" y="596902"/>
            <a:ext cx="9618662" cy="1260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4287" tIns="52144" rIns="104287" bIns="52144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idx="1"/>
          </p:nvPr>
        </p:nvSpPr>
        <p:spPr bwMode="auto">
          <a:xfrm>
            <a:off x="1219200" y="1857376"/>
            <a:ext cx="9618662" cy="49911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4287" tIns="52144" rIns="104287" bIns="5214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2" name="Picture 11" descr="A screenshot of a cell phone&#10;&#10;Description automatically generated">
            <a:extLst>
              <a:ext uri="{FF2B5EF4-FFF2-40B4-BE49-F238E27FC236}">
                <a16:creationId xmlns:a16="http://schemas.microsoft.com/office/drawing/2014/main" id="{0859D3EC-5E23-3B41-9DA0-38316698BC3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20942" t="89154" r="21091" b="4449"/>
          <a:stretch/>
        </p:blipFill>
        <p:spPr>
          <a:xfrm>
            <a:off x="3341900" y="6779379"/>
            <a:ext cx="4004840" cy="625040"/>
          </a:xfrm>
          <a:prstGeom prst="rect">
            <a:avLst/>
          </a:prstGeom>
          <a:ln w="3175">
            <a:noFill/>
          </a:ln>
        </p:spPr>
      </p:pic>
    </p:spTree>
    <p:extLst>
      <p:ext uri="{BB962C8B-B14F-4D97-AF65-F5344CB8AC3E}">
        <p14:creationId xmlns:p14="http://schemas.microsoft.com/office/powerpoint/2010/main" val="382435029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A3E6B65-159F-439F-9BD7-E9F07CE5AD1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Title Placeholder 1"/>
          <p:cNvSpPr>
            <a:spLocks noGrp="1"/>
          </p:cNvSpPr>
          <p:nvPr>
            <p:ph type="title"/>
          </p:nvPr>
        </p:nvSpPr>
        <p:spPr bwMode="auto">
          <a:xfrm>
            <a:off x="1219200" y="596902"/>
            <a:ext cx="9618662" cy="1260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4287" tIns="52144" rIns="104287" bIns="52144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idx="1"/>
          </p:nvPr>
        </p:nvSpPr>
        <p:spPr bwMode="auto">
          <a:xfrm>
            <a:off x="1219200" y="1857376"/>
            <a:ext cx="9618662" cy="49911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4287" tIns="52144" rIns="104287" bIns="5214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9" name="Picture 8" descr="A screenshot of a cell phone&#10;&#10;Description automatically generated">
            <a:extLst>
              <a:ext uri="{FF2B5EF4-FFF2-40B4-BE49-F238E27FC236}">
                <a16:creationId xmlns:a16="http://schemas.microsoft.com/office/drawing/2014/main" id="{EDE9ED95-923D-3548-823B-31E4248CF76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20942" t="89154" r="21091" b="4449"/>
          <a:stretch/>
        </p:blipFill>
        <p:spPr>
          <a:xfrm>
            <a:off x="3341900" y="6786999"/>
            <a:ext cx="4004840" cy="625040"/>
          </a:xfrm>
          <a:prstGeom prst="rect">
            <a:avLst/>
          </a:prstGeom>
          <a:ln w="3175">
            <a:noFill/>
          </a:ln>
        </p:spPr>
      </p:pic>
    </p:spTree>
    <p:extLst>
      <p:ext uri="{BB962C8B-B14F-4D97-AF65-F5344CB8AC3E}">
        <p14:creationId xmlns:p14="http://schemas.microsoft.com/office/powerpoint/2010/main" val="407888246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6416AF-AB6B-466F-BD3E-24BE387F471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5" name="Picture 1" descr="Background 01-04.jpg"/>
          <p:cNvPicPr>
            <a:picLocks noChangeAspect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 bwMode="auto">
          <a:xfrm>
            <a:off x="0" y="0"/>
            <a:ext cx="10688638" cy="755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53763424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BG Slide-01.jpg" descr="BG Slide-01.jpg">
            <a:extLst>
              <a:ext uri="{FF2B5EF4-FFF2-40B4-BE49-F238E27FC236}">
                <a16:creationId xmlns:a16="http://schemas.microsoft.com/office/drawing/2014/main" id="{2AB02847-5A77-D04F-9022-6161AA94A36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37741" y="-31732"/>
            <a:ext cx="10742623" cy="7626313"/>
          </a:xfrm>
          <a:prstGeom prst="rect">
            <a:avLst/>
          </a:prstGeom>
          <a:ln w="12700">
            <a:miter lim="400000"/>
          </a:ln>
        </p:spPr>
      </p:pic>
      <p:pic>
        <p:nvPicPr>
          <p:cNvPr id="11" name="Image" descr="Image">
            <a:extLst>
              <a:ext uri="{FF2B5EF4-FFF2-40B4-BE49-F238E27FC236}">
                <a16:creationId xmlns:a16="http://schemas.microsoft.com/office/drawing/2014/main" id="{57BF6916-406C-E944-841A-1BF7394CF10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36090" y="418068"/>
            <a:ext cx="839421" cy="630239"/>
          </a:xfrm>
          <a:prstGeom prst="rect">
            <a:avLst/>
          </a:prstGeom>
          <a:ln w="12700">
            <a:miter lim="400000"/>
          </a:ln>
        </p:spPr>
      </p:pic>
      <p:sp>
        <p:nvSpPr>
          <p:cNvPr id="15" name="UNIVERSITAS BINA NUSANTARA">
            <a:extLst>
              <a:ext uri="{FF2B5EF4-FFF2-40B4-BE49-F238E27FC236}">
                <a16:creationId xmlns:a16="http://schemas.microsoft.com/office/drawing/2014/main" id="{B2ACCA88-1510-174E-BE16-6E62A96F6E0C}"/>
              </a:ext>
            </a:extLst>
          </p:cNvPr>
          <p:cNvSpPr txBox="1"/>
          <p:nvPr userDrawn="1"/>
        </p:nvSpPr>
        <p:spPr>
          <a:xfrm>
            <a:off x="3816379" y="5337659"/>
            <a:ext cx="2855590" cy="1980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360119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sz="1578"/>
              <a:t>UNIVERSITAS</a:t>
            </a:r>
            <a:r>
              <a:rPr sz="1578" b="1"/>
              <a:t> BINA NUSANTARA</a:t>
            </a:r>
          </a:p>
        </p:txBody>
      </p:sp>
      <p:sp>
        <p:nvSpPr>
          <p:cNvPr id="20" name="Rounded Rectangle">
            <a:extLst>
              <a:ext uri="{FF2B5EF4-FFF2-40B4-BE49-F238E27FC236}">
                <a16:creationId xmlns:a16="http://schemas.microsoft.com/office/drawing/2014/main" id="{2610CD5C-942F-BF48-875B-42FFCE146C9A}"/>
              </a:ext>
            </a:extLst>
          </p:cNvPr>
          <p:cNvSpPr/>
          <p:nvPr userDrawn="1"/>
        </p:nvSpPr>
        <p:spPr>
          <a:xfrm>
            <a:off x="5121639" y="5849441"/>
            <a:ext cx="445360" cy="49020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22268" tIns="22268" rIns="22268" bIns="22268" anchor="ctr"/>
          <a:lstStyle/>
          <a:p>
            <a:pPr defTabSz="361858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403" b="0" i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8" name="UNIVERSITAS BINA NUSANTARA">
            <a:extLst>
              <a:ext uri="{FF2B5EF4-FFF2-40B4-BE49-F238E27FC236}">
                <a16:creationId xmlns:a16="http://schemas.microsoft.com/office/drawing/2014/main" id="{1D553A28-04FA-E944-90CB-BDB2AEBEA300}"/>
              </a:ext>
            </a:extLst>
          </p:cNvPr>
          <p:cNvSpPr txBox="1"/>
          <p:nvPr userDrawn="1"/>
        </p:nvSpPr>
        <p:spPr>
          <a:xfrm>
            <a:off x="3816379" y="5337659"/>
            <a:ext cx="2855590" cy="1980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360119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sz="1578"/>
              <a:t>UNIVERSITAS</a:t>
            </a:r>
            <a:r>
              <a:rPr sz="1578" b="1"/>
              <a:t> BINA NUSANTARA</a:t>
            </a: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5121639" y="5849441"/>
            <a:ext cx="445360" cy="49020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22268" tIns="22268" rIns="22268" bIns="22268" anchor="ctr"/>
          <a:lstStyle/>
          <a:p>
            <a:pPr defTabSz="361858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403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3" name="Body Level One…">
            <a:extLst>
              <a:ext uri="{FF2B5EF4-FFF2-40B4-BE49-F238E27FC236}">
                <a16:creationId xmlns:a16="http://schemas.microsoft.com/office/drawing/2014/main" id="{DC9E4D2B-1303-D647-ADF8-BD63A36C3CA0}"/>
              </a:ext>
            </a:extLst>
          </p:cNvPr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526604" y="3724549"/>
            <a:ext cx="9630909" cy="1050397"/>
          </a:xfrm>
          <a:prstGeom prst="rect">
            <a:avLst/>
          </a:prstGeom>
        </p:spPr>
        <p:txBody>
          <a:bodyPr/>
          <a:lstStyle>
            <a:lvl1pPr marL="0" indent="0" algn="ctr" defTabSz="361858">
              <a:lnSpc>
                <a:spcPct val="100000"/>
              </a:lnSpc>
              <a:spcBef>
                <a:spcPts val="0"/>
              </a:spcBef>
              <a:buSzTx/>
              <a:buNone/>
              <a:defRPr kumimoji="0" sz="2192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200414" defTabSz="361858">
              <a:lnSpc>
                <a:spcPct val="100000"/>
              </a:lnSpc>
              <a:spcBef>
                <a:spcPts val="0"/>
              </a:spcBef>
              <a:buSzTx/>
              <a:buNone/>
              <a:defRPr sz="2411" b="1"/>
            </a:lvl2pPr>
            <a:lvl3pPr marL="0" indent="400827" defTabSz="361858">
              <a:lnSpc>
                <a:spcPct val="100000"/>
              </a:lnSpc>
              <a:spcBef>
                <a:spcPts val="0"/>
              </a:spcBef>
              <a:buSzTx/>
              <a:buNone/>
              <a:defRPr sz="2411" b="1"/>
            </a:lvl3pPr>
            <a:lvl4pPr marL="0" indent="601241" defTabSz="361858">
              <a:lnSpc>
                <a:spcPct val="100000"/>
              </a:lnSpc>
              <a:spcBef>
                <a:spcPts val="0"/>
              </a:spcBef>
              <a:buSzTx/>
              <a:buNone/>
              <a:defRPr sz="2411" b="1"/>
            </a:lvl4pPr>
            <a:lvl5pPr marL="0" indent="801654" defTabSz="361858">
              <a:lnSpc>
                <a:spcPct val="100000"/>
              </a:lnSpc>
              <a:spcBef>
                <a:spcPts val="0"/>
              </a:spcBef>
              <a:buSzTx/>
              <a:buNone/>
              <a:defRPr sz="2411" b="1"/>
            </a:lvl5pPr>
          </a:lstStyle>
          <a:p>
            <a:r>
              <a:t>Presentation Subtitle</a:t>
            </a:r>
          </a:p>
          <a:p>
            <a:pPr lvl="4"/>
            <a:endParaRPr/>
          </a:p>
        </p:txBody>
      </p:sp>
      <p:sp>
        <p:nvSpPr>
          <p:cNvPr id="24" name="Presentation Title">
            <a:extLst>
              <a:ext uri="{FF2B5EF4-FFF2-40B4-BE49-F238E27FC236}">
                <a16:creationId xmlns:a16="http://schemas.microsoft.com/office/drawing/2014/main" id="{1323A2FB-C06C-AA47-AA40-00FC9E490C6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28863" y="1419822"/>
            <a:ext cx="9630910" cy="2160242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526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t>Prese</a:t>
            </a:r>
            <a:r>
              <a:rPr lang="en-ID"/>
              <a:t>n</a:t>
            </a:r>
            <a:r>
              <a:rPr err="1"/>
              <a:t>tation</a:t>
            </a:r>
            <a:r>
              <a:t> Title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D6474C2C-5958-6F6B-1482-E67DED339DD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408972" y="6362247"/>
            <a:ext cx="1846618" cy="411274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877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lang="en-US"/>
              <a:t>Type your name</a:t>
            </a:r>
          </a:p>
        </p:txBody>
      </p:sp>
      <p:sp>
        <p:nvSpPr>
          <p:cNvPr id="4" name="UNIVERSITAS BINA NUSANTARA">
            <a:extLst>
              <a:ext uri="{FF2B5EF4-FFF2-40B4-BE49-F238E27FC236}">
                <a16:creationId xmlns:a16="http://schemas.microsoft.com/office/drawing/2014/main" id="{5DC7F27E-9CB9-099F-4DA7-367C6ADB411B}"/>
              </a:ext>
            </a:extLst>
          </p:cNvPr>
          <p:cNvSpPr txBox="1"/>
          <p:nvPr userDrawn="1"/>
        </p:nvSpPr>
        <p:spPr>
          <a:xfrm>
            <a:off x="4408972" y="6120872"/>
            <a:ext cx="1773114" cy="1539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360119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lang="en-US" sz="1227"/>
              <a:t>SUBJECT MATTER EXPERT</a:t>
            </a:r>
            <a:endParaRPr sz="1227" b="1"/>
          </a:p>
        </p:txBody>
      </p:sp>
    </p:spTree>
    <p:extLst>
      <p:ext uri="{BB962C8B-B14F-4D97-AF65-F5344CB8AC3E}">
        <p14:creationId xmlns:p14="http://schemas.microsoft.com/office/powerpoint/2010/main" val="419621465"/>
      </p:ext>
    </p:extLst>
  </p:cSld>
  <p:clrMapOvr>
    <a:masterClrMapping/>
  </p:clrMapOvr>
  <p:transition spd="med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BG Slide-01.jpg" descr="BG Slide-01.jpg">
            <a:extLst>
              <a:ext uri="{FF2B5EF4-FFF2-40B4-BE49-F238E27FC236}">
                <a16:creationId xmlns:a16="http://schemas.microsoft.com/office/drawing/2014/main" id="{2AB02847-5A77-D04F-9022-6161AA94A36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37741" y="-31732"/>
            <a:ext cx="10742623" cy="7626313"/>
          </a:xfrm>
          <a:prstGeom prst="rect">
            <a:avLst/>
          </a:prstGeom>
          <a:ln w="12700">
            <a:miter lim="400000"/>
          </a:ln>
        </p:spPr>
      </p:pic>
      <p:pic>
        <p:nvPicPr>
          <p:cNvPr id="11" name="Image" descr="Image">
            <a:extLst>
              <a:ext uri="{FF2B5EF4-FFF2-40B4-BE49-F238E27FC236}">
                <a16:creationId xmlns:a16="http://schemas.microsoft.com/office/drawing/2014/main" id="{57BF6916-406C-E944-841A-1BF7394CF10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36090" y="418068"/>
            <a:ext cx="839421" cy="630239"/>
          </a:xfrm>
          <a:prstGeom prst="rect">
            <a:avLst/>
          </a:prstGeom>
          <a:ln w="12700">
            <a:miter lim="400000"/>
          </a:ln>
        </p:spPr>
      </p:pic>
      <p:sp>
        <p:nvSpPr>
          <p:cNvPr id="15" name="UNIVERSITAS BINA NUSANTARA">
            <a:extLst>
              <a:ext uri="{FF2B5EF4-FFF2-40B4-BE49-F238E27FC236}">
                <a16:creationId xmlns:a16="http://schemas.microsoft.com/office/drawing/2014/main" id="{B2ACCA88-1510-174E-BE16-6E62A96F6E0C}"/>
              </a:ext>
            </a:extLst>
          </p:cNvPr>
          <p:cNvSpPr txBox="1"/>
          <p:nvPr userDrawn="1"/>
        </p:nvSpPr>
        <p:spPr>
          <a:xfrm>
            <a:off x="3816379" y="5337659"/>
            <a:ext cx="2855590" cy="1980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360119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sz="1578"/>
              <a:t>UNIVERSITAS</a:t>
            </a:r>
            <a:r>
              <a:rPr sz="1578" b="1"/>
              <a:t> BINA NUSANTARA</a:t>
            </a:r>
          </a:p>
        </p:txBody>
      </p:sp>
      <p:sp>
        <p:nvSpPr>
          <p:cNvPr id="20" name="Rounded Rectangle">
            <a:extLst>
              <a:ext uri="{FF2B5EF4-FFF2-40B4-BE49-F238E27FC236}">
                <a16:creationId xmlns:a16="http://schemas.microsoft.com/office/drawing/2014/main" id="{2610CD5C-942F-BF48-875B-42FFCE146C9A}"/>
              </a:ext>
            </a:extLst>
          </p:cNvPr>
          <p:cNvSpPr/>
          <p:nvPr userDrawn="1"/>
        </p:nvSpPr>
        <p:spPr>
          <a:xfrm>
            <a:off x="5121639" y="5849441"/>
            <a:ext cx="445360" cy="49020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22268" tIns="22268" rIns="22268" bIns="22268" anchor="ctr"/>
          <a:lstStyle/>
          <a:p>
            <a:pPr defTabSz="361858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403" b="0" i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8" name="UNIVERSITAS BINA NUSANTARA">
            <a:extLst>
              <a:ext uri="{FF2B5EF4-FFF2-40B4-BE49-F238E27FC236}">
                <a16:creationId xmlns:a16="http://schemas.microsoft.com/office/drawing/2014/main" id="{1D553A28-04FA-E944-90CB-BDB2AEBEA300}"/>
              </a:ext>
            </a:extLst>
          </p:cNvPr>
          <p:cNvSpPr txBox="1"/>
          <p:nvPr userDrawn="1"/>
        </p:nvSpPr>
        <p:spPr>
          <a:xfrm>
            <a:off x="3816379" y="5337659"/>
            <a:ext cx="2855590" cy="1980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360119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sz="1578"/>
              <a:t>UNIVERSITAS</a:t>
            </a:r>
            <a:r>
              <a:rPr sz="1578" b="1"/>
              <a:t> BINA NUSANTARA</a:t>
            </a: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5121639" y="5849441"/>
            <a:ext cx="445360" cy="49020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22268" tIns="22268" rIns="22268" bIns="22268" anchor="ctr"/>
          <a:lstStyle/>
          <a:p>
            <a:pPr defTabSz="361858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403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3" name="Body Level One…">
            <a:extLst>
              <a:ext uri="{FF2B5EF4-FFF2-40B4-BE49-F238E27FC236}">
                <a16:creationId xmlns:a16="http://schemas.microsoft.com/office/drawing/2014/main" id="{DC9E4D2B-1303-D647-ADF8-BD63A36C3CA0}"/>
              </a:ext>
            </a:extLst>
          </p:cNvPr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526604" y="3724549"/>
            <a:ext cx="9630909" cy="1050397"/>
          </a:xfrm>
          <a:prstGeom prst="rect">
            <a:avLst/>
          </a:prstGeom>
        </p:spPr>
        <p:txBody>
          <a:bodyPr/>
          <a:lstStyle>
            <a:lvl1pPr marL="0" indent="0" algn="ctr" defTabSz="361858">
              <a:lnSpc>
                <a:spcPct val="100000"/>
              </a:lnSpc>
              <a:spcBef>
                <a:spcPts val="0"/>
              </a:spcBef>
              <a:buSzTx/>
              <a:buNone/>
              <a:defRPr kumimoji="0" sz="2192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200414" defTabSz="361858">
              <a:lnSpc>
                <a:spcPct val="100000"/>
              </a:lnSpc>
              <a:spcBef>
                <a:spcPts val="0"/>
              </a:spcBef>
              <a:buSzTx/>
              <a:buNone/>
              <a:defRPr sz="2411" b="1"/>
            </a:lvl2pPr>
            <a:lvl3pPr marL="0" indent="400827" defTabSz="361858">
              <a:lnSpc>
                <a:spcPct val="100000"/>
              </a:lnSpc>
              <a:spcBef>
                <a:spcPts val="0"/>
              </a:spcBef>
              <a:buSzTx/>
              <a:buNone/>
              <a:defRPr sz="2411" b="1"/>
            </a:lvl3pPr>
            <a:lvl4pPr marL="0" indent="601241" defTabSz="361858">
              <a:lnSpc>
                <a:spcPct val="100000"/>
              </a:lnSpc>
              <a:spcBef>
                <a:spcPts val="0"/>
              </a:spcBef>
              <a:buSzTx/>
              <a:buNone/>
              <a:defRPr sz="2411" b="1"/>
            </a:lvl4pPr>
            <a:lvl5pPr marL="0" indent="801654" defTabSz="361858">
              <a:lnSpc>
                <a:spcPct val="100000"/>
              </a:lnSpc>
              <a:spcBef>
                <a:spcPts val="0"/>
              </a:spcBef>
              <a:buSzTx/>
              <a:buNone/>
              <a:defRPr sz="2411" b="1"/>
            </a:lvl5pPr>
          </a:lstStyle>
          <a:p>
            <a:r>
              <a:t>Presentation Subtitle</a:t>
            </a:r>
          </a:p>
          <a:p>
            <a:pPr lvl="4"/>
            <a:endParaRPr/>
          </a:p>
        </p:txBody>
      </p:sp>
      <p:sp>
        <p:nvSpPr>
          <p:cNvPr id="24" name="Presentation Title">
            <a:extLst>
              <a:ext uri="{FF2B5EF4-FFF2-40B4-BE49-F238E27FC236}">
                <a16:creationId xmlns:a16="http://schemas.microsoft.com/office/drawing/2014/main" id="{1323A2FB-C06C-AA47-AA40-00FC9E490C6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28863" y="1419822"/>
            <a:ext cx="9630910" cy="2160242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526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t>Prese</a:t>
            </a:r>
            <a:r>
              <a:rPr lang="en-ID"/>
              <a:t>n</a:t>
            </a:r>
            <a:r>
              <a:rPr err="1"/>
              <a:t>tation</a:t>
            </a:r>
            <a:r>
              <a:t> Title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D6474C2C-5958-6F6B-1482-E67DED339DD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408972" y="6362247"/>
            <a:ext cx="1846618" cy="411274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877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lang="en-US"/>
              <a:t>Type your name</a:t>
            </a:r>
          </a:p>
        </p:txBody>
      </p:sp>
      <p:sp>
        <p:nvSpPr>
          <p:cNvPr id="4" name="UNIVERSITAS BINA NUSANTARA">
            <a:extLst>
              <a:ext uri="{FF2B5EF4-FFF2-40B4-BE49-F238E27FC236}">
                <a16:creationId xmlns:a16="http://schemas.microsoft.com/office/drawing/2014/main" id="{5DC7F27E-9CB9-099F-4DA7-367C6ADB411B}"/>
              </a:ext>
            </a:extLst>
          </p:cNvPr>
          <p:cNvSpPr txBox="1"/>
          <p:nvPr userDrawn="1"/>
        </p:nvSpPr>
        <p:spPr>
          <a:xfrm>
            <a:off x="4408972" y="6120872"/>
            <a:ext cx="1773114" cy="1539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360119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lang="en-US" sz="1227"/>
              <a:t>SUBJECT MATTER EXPERT</a:t>
            </a:r>
            <a:endParaRPr sz="1227" b="1"/>
          </a:p>
        </p:txBody>
      </p:sp>
    </p:spTree>
    <p:extLst>
      <p:ext uri="{BB962C8B-B14F-4D97-AF65-F5344CB8AC3E}">
        <p14:creationId xmlns:p14="http://schemas.microsoft.com/office/powerpoint/2010/main" val="2966120775"/>
      </p:ext>
    </p:extLst>
  </p:cSld>
  <p:clrMapOvr>
    <a:masterClrMapping/>
  </p:clrMapOvr>
  <p:transition spd="med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">
            <a:extLst>
              <a:ext uri="{FF2B5EF4-FFF2-40B4-BE49-F238E27FC236}">
                <a16:creationId xmlns:a16="http://schemas.microsoft.com/office/drawing/2014/main" id="{0CE21BA8-841F-EE46-90AB-358900DBBA45}"/>
              </a:ext>
            </a:extLst>
          </p:cNvPr>
          <p:cNvSpPr/>
          <p:nvPr userDrawn="1"/>
        </p:nvSpPr>
        <p:spPr>
          <a:xfrm>
            <a:off x="0" y="1302937"/>
            <a:ext cx="10688638" cy="6305781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31315" tIns="31315" rIns="31315" bIns="31315" anchor="ctr"/>
          <a:lstStyle/>
          <a:p>
            <a:pPr defTabSz="360119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315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grpSp>
        <p:nvGrpSpPr>
          <p:cNvPr id="152" name="Group"/>
          <p:cNvGrpSpPr/>
          <p:nvPr/>
        </p:nvGrpSpPr>
        <p:grpSpPr>
          <a:xfrm>
            <a:off x="331680" y="-2133"/>
            <a:ext cx="1220317" cy="1110592"/>
            <a:chOff x="-2864397" y="0"/>
            <a:chExt cx="2783907" cy="2014171"/>
          </a:xfrm>
        </p:grpSpPr>
        <p:pic>
          <p:nvPicPr>
            <p:cNvPr id="149" name="Image" descr="Image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0" name="Image" descr="Image"/>
            <p:cNvPicPr>
              <a:picLocks noChangeAspect="1"/>
            </p:cNvPicPr>
            <p:nvPr/>
          </p:nvPicPr>
          <p:blipFill>
            <a:blip r:embed="rId3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1" name="Image" descr="Image"/>
            <p:cNvPicPr>
              <a:picLocks noChangeAspect="1"/>
            </p:cNvPicPr>
            <p:nvPr/>
          </p:nvPicPr>
          <p:blipFill>
            <a:blip r:embed="rId3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0063" y="1032232"/>
            <a:ext cx="6450517" cy="281364"/>
          </a:xfrm>
        </p:spPr>
        <p:txBody>
          <a:bodyPr>
            <a:normAutofit/>
          </a:bodyPr>
          <a:lstStyle>
            <a:lvl1pPr>
              <a:defRPr kumimoji="0" lang="en-US" sz="1666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50062" y="1334212"/>
            <a:ext cx="4282151" cy="443066"/>
          </a:xfrm>
        </p:spPr>
        <p:txBody>
          <a:bodyPr/>
          <a:lstStyle>
            <a:lvl1pPr marL="0" indent="0">
              <a:buNone/>
              <a:defRPr kumimoji="0" lang="en-US" sz="1403" b="1" i="0" u="none" strike="noStrike" cap="all" spc="0" normalizeH="0" baseline="0">
                <a:ln>
                  <a:noFill/>
                </a:ln>
                <a:solidFill>
                  <a:srgbClr val="424242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/>
              <a:t>SUB TITLE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CCD29839-25B4-3D48-8D8C-B1D859A74A9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405176" y="2941347"/>
            <a:ext cx="6011894" cy="2493526"/>
          </a:xfrm>
        </p:spPr>
        <p:txBody>
          <a:bodyPr>
            <a:normAutofit/>
          </a:bodyPr>
          <a:lstStyle>
            <a:lvl1pPr marL="116908" indent="-116908">
              <a:lnSpc>
                <a:spcPct val="100000"/>
              </a:lnSpc>
              <a:tabLst/>
              <a:defRPr kumimoji="0" lang="en-US" sz="114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390389" indent="-123171">
              <a:lnSpc>
                <a:spcPct val="100000"/>
              </a:lnSpc>
              <a:tabLst/>
              <a:defRPr kumimoji="0" lang="en-US" sz="114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644386" indent="-109950">
              <a:lnSpc>
                <a:spcPct val="100000"/>
              </a:lnSpc>
              <a:tabLst/>
              <a:defRPr kumimoji="0" lang="en-US" sz="114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937352" indent="-135697">
              <a:lnSpc>
                <a:spcPct val="100000"/>
              </a:lnSpc>
              <a:tabLst/>
              <a:defRPr kumimoji="0" lang="en-US" sz="114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1191348" indent="-122475">
              <a:lnSpc>
                <a:spcPct val="100000"/>
              </a:lnSpc>
              <a:tabLst/>
              <a:defRPr kumimoji="0" lang="en-US" sz="114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74569905"/>
      </p:ext>
    </p:extLst>
  </p:cSld>
  <p:clrMapOvr>
    <a:masterClrMapping/>
  </p:clrMapOvr>
  <p:transition spd="med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typ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BG Slide-01.jpg" descr="BG Slide-01.jpg">
            <a:extLst>
              <a:ext uri="{FF2B5EF4-FFF2-40B4-BE49-F238E27FC236}">
                <a16:creationId xmlns:a16="http://schemas.microsoft.com/office/drawing/2014/main" id="{2AB02847-5A77-D04F-9022-6161AA94A36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37741" y="-31732"/>
            <a:ext cx="10742623" cy="7626313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F7BB76AE-A45C-1F43-9E7B-E96439A8D439}"/>
              </a:ext>
            </a:extLst>
          </p:cNvPr>
          <p:cNvSpPr/>
          <p:nvPr userDrawn="1"/>
        </p:nvSpPr>
        <p:spPr>
          <a:xfrm>
            <a:off x="0" y="0"/>
            <a:ext cx="10688638" cy="7562850"/>
          </a:xfrm>
          <a:prstGeom prst="rect">
            <a:avLst/>
          </a:prstGeom>
          <a:gradFill>
            <a:gsLst>
              <a:gs pos="0">
                <a:srgbClr val="2670B8"/>
              </a:gs>
              <a:gs pos="100000">
                <a:srgbClr val="2258A7"/>
              </a:gs>
            </a:gsLst>
          </a:gradFill>
          <a:ln w="12700">
            <a:miter lim="400000"/>
          </a:ln>
        </p:spPr>
        <p:txBody>
          <a:bodyPr lIns="31315" tIns="31315" rIns="31315" bIns="31315" anchor="ctr"/>
          <a:lstStyle/>
          <a:p>
            <a:pPr defTabSz="360119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315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pic>
        <p:nvPicPr>
          <p:cNvPr id="11" name="Image" descr="Image">
            <a:extLst>
              <a:ext uri="{FF2B5EF4-FFF2-40B4-BE49-F238E27FC236}">
                <a16:creationId xmlns:a16="http://schemas.microsoft.com/office/drawing/2014/main" id="{57BF6916-406C-E944-841A-1BF7394CF10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36090" y="418068"/>
            <a:ext cx="839421" cy="630239"/>
          </a:xfrm>
          <a:prstGeom prst="rect">
            <a:avLst/>
          </a:prstGeom>
          <a:ln w="12700">
            <a:miter lim="400000"/>
          </a:ln>
        </p:spPr>
      </p:pic>
      <p:sp>
        <p:nvSpPr>
          <p:cNvPr id="15" name="UNIVERSITAS BINA NUSANTARA">
            <a:extLst>
              <a:ext uri="{FF2B5EF4-FFF2-40B4-BE49-F238E27FC236}">
                <a16:creationId xmlns:a16="http://schemas.microsoft.com/office/drawing/2014/main" id="{B2ACCA88-1510-174E-BE16-6E62A96F6E0C}"/>
              </a:ext>
            </a:extLst>
          </p:cNvPr>
          <p:cNvSpPr txBox="1"/>
          <p:nvPr userDrawn="1"/>
        </p:nvSpPr>
        <p:spPr>
          <a:xfrm>
            <a:off x="3816379" y="5337659"/>
            <a:ext cx="2855590" cy="1980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360119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sz="1578"/>
              <a:t>UNIVERSITAS</a:t>
            </a:r>
            <a:r>
              <a:rPr sz="1578" b="1"/>
              <a:t> BINA NUSANTARA</a:t>
            </a:r>
          </a:p>
        </p:txBody>
      </p:sp>
      <p:sp>
        <p:nvSpPr>
          <p:cNvPr id="20" name="Rounded Rectangle">
            <a:extLst>
              <a:ext uri="{FF2B5EF4-FFF2-40B4-BE49-F238E27FC236}">
                <a16:creationId xmlns:a16="http://schemas.microsoft.com/office/drawing/2014/main" id="{2610CD5C-942F-BF48-875B-42FFCE146C9A}"/>
              </a:ext>
            </a:extLst>
          </p:cNvPr>
          <p:cNvSpPr/>
          <p:nvPr userDrawn="1"/>
        </p:nvSpPr>
        <p:spPr>
          <a:xfrm>
            <a:off x="5121639" y="5849441"/>
            <a:ext cx="445360" cy="49020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22268" tIns="22268" rIns="22268" bIns="22268" anchor="ctr"/>
          <a:lstStyle/>
          <a:p>
            <a:pPr defTabSz="361858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403" b="0" i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8" name="UNIVERSITAS BINA NUSANTARA">
            <a:extLst>
              <a:ext uri="{FF2B5EF4-FFF2-40B4-BE49-F238E27FC236}">
                <a16:creationId xmlns:a16="http://schemas.microsoft.com/office/drawing/2014/main" id="{1D553A28-04FA-E944-90CB-BDB2AEBEA300}"/>
              </a:ext>
            </a:extLst>
          </p:cNvPr>
          <p:cNvSpPr txBox="1"/>
          <p:nvPr userDrawn="1"/>
        </p:nvSpPr>
        <p:spPr>
          <a:xfrm>
            <a:off x="3816379" y="5337659"/>
            <a:ext cx="2855590" cy="1980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360119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sz="1578"/>
              <a:t>UNIVERSITAS</a:t>
            </a:r>
            <a:r>
              <a:rPr sz="1578" b="1"/>
              <a:t> BINA NUSANTARA</a:t>
            </a: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5121639" y="5849441"/>
            <a:ext cx="445360" cy="49020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22268" tIns="22268" rIns="22268" bIns="22268" anchor="ctr"/>
          <a:lstStyle/>
          <a:p>
            <a:pPr defTabSz="361858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403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3" name="Body Level One…">
            <a:extLst>
              <a:ext uri="{FF2B5EF4-FFF2-40B4-BE49-F238E27FC236}">
                <a16:creationId xmlns:a16="http://schemas.microsoft.com/office/drawing/2014/main" id="{DC9E4D2B-1303-D647-ADF8-BD63A36C3CA0}"/>
              </a:ext>
            </a:extLst>
          </p:cNvPr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526604" y="3724549"/>
            <a:ext cx="9630909" cy="1050397"/>
          </a:xfrm>
          <a:prstGeom prst="rect">
            <a:avLst/>
          </a:prstGeom>
        </p:spPr>
        <p:txBody>
          <a:bodyPr/>
          <a:lstStyle>
            <a:lvl1pPr marL="0" indent="0" algn="ctr" defTabSz="361858">
              <a:lnSpc>
                <a:spcPct val="100000"/>
              </a:lnSpc>
              <a:spcBef>
                <a:spcPts val="0"/>
              </a:spcBef>
              <a:buSzTx/>
              <a:buNone/>
              <a:defRPr kumimoji="0" sz="2192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200414" defTabSz="361858">
              <a:lnSpc>
                <a:spcPct val="100000"/>
              </a:lnSpc>
              <a:spcBef>
                <a:spcPts val="0"/>
              </a:spcBef>
              <a:buSzTx/>
              <a:buNone/>
              <a:defRPr sz="2411" b="1"/>
            </a:lvl2pPr>
            <a:lvl3pPr marL="0" indent="400827" defTabSz="361858">
              <a:lnSpc>
                <a:spcPct val="100000"/>
              </a:lnSpc>
              <a:spcBef>
                <a:spcPts val="0"/>
              </a:spcBef>
              <a:buSzTx/>
              <a:buNone/>
              <a:defRPr sz="2411" b="1"/>
            </a:lvl3pPr>
            <a:lvl4pPr marL="0" indent="601241" defTabSz="361858">
              <a:lnSpc>
                <a:spcPct val="100000"/>
              </a:lnSpc>
              <a:spcBef>
                <a:spcPts val="0"/>
              </a:spcBef>
              <a:buSzTx/>
              <a:buNone/>
              <a:defRPr sz="2411" b="1"/>
            </a:lvl4pPr>
            <a:lvl5pPr marL="0" indent="801654" defTabSz="361858">
              <a:lnSpc>
                <a:spcPct val="100000"/>
              </a:lnSpc>
              <a:spcBef>
                <a:spcPts val="0"/>
              </a:spcBef>
              <a:buSzTx/>
              <a:buNone/>
              <a:defRPr sz="2411" b="1"/>
            </a:lvl5pPr>
          </a:lstStyle>
          <a:p>
            <a:r>
              <a:t>Presentation Subtitle</a:t>
            </a:r>
          </a:p>
          <a:p>
            <a:pPr lvl="4"/>
            <a:endParaRPr/>
          </a:p>
        </p:txBody>
      </p:sp>
      <p:sp>
        <p:nvSpPr>
          <p:cNvPr id="24" name="Presentation Title">
            <a:extLst>
              <a:ext uri="{FF2B5EF4-FFF2-40B4-BE49-F238E27FC236}">
                <a16:creationId xmlns:a16="http://schemas.microsoft.com/office/drawing/2014/main" id="{1323A2FB-C06C-AA47-AA40-00FC9E490C6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28863" y="1419822"/>
            <a:ext cx="9630910" cy="2160242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526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t>Prese</a:t>
            </a:r>
            <a:r>
              <a:rPr lang="en-ID"/>
              <a:t>n</a:t>
            </a:r>
            <a:r>
              <a:rPr err="1"/>
              <a:t>tation</a:t>
            </a:r>
            <a:r>
              <a:t> Title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23DCB9E1-9FF7-C612-AB16-FF670787830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408972" y="6362247"/>
            <a:ext cx="1846618" cy="411274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877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lang="en-US"/>
              <a:t>Type your name</a:t>
            </a:r>
          </a:p>
        </p:txBody>
      </p:sp>
      <p:sp>
        <p:nvSpPr>
          <p:cNvPr id="3" name="UNIVERSITAS BINA NUSANTARA">
            <a:extLst>
              <a:ext uri="{FF2B5EF4-FFF2-40B4-BE49-F238E27FC236}">
                <a16:creationId xmlns:a16="http://schemas.microsoft.com/office/drawing/2014/main" id="{76287026-42FF-418F-A536-8F52F4949E8D}"/>
              </a:ext>
            </a:extLst>
          </p:cNvPr>
          <p:cNvSpPr txBox="1"/>
          <p:nvPr userDrawn="1"/>
        </p:nvSpPr>
        <p:spPr>
          <a:xfrm>
            <a:off x="4408972" y="6120872"/>
            <a:ext cx="1773114" cy="1539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360119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lang="en-US" sz="1227"/>
              <a:t>SUBJECT MATTER EXPERT</a:t>
            </a:r>
            <a:endParaRPr sz="1227" b="1"/>
          </a:p>
        </p:txBody>
      </p:sp>
    </p:spTree>
    <p:extLst>
      <p:ext uri="{BB962C8B-B14F-4D97-AF65-F5344CB8AC3E}">
        <p14:creationId xmlns:p14="http://schemas.microsoft.com/office/powerpoint/2010/main" val="389012179"/>
      </p:ext>
    </p:extLst>
  </p:cSld>
  <p:clrMapOvr>
    <a:masterClrMapping/>
  </p:clrMapOvr>
  <p:transition spd="med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37741" y="-31732"/>
            <a:ext cx="10742623" cy="7626313"/>
          </a:xfrm>
          <a:prstGeom prst="rect">
            <a:avLst/>
          </a:prstGeom>
          <a:ln w="12700">
            <a:miter lim="400000"/>
          </a:ln>
        </p:spPr>
      </p:pic>
      <p:pic>
        <p:nvPicPr>
          <p:cNvPr id="6" name="Image" descr="Image">
            <a:extLst>
              <a:ext uri="{FF2B5EF4-FFF2-40B4-BE49-F238E27FC236}">
                <a16:creationId xmlns:a16="http://schemas.microsoft.com/office/drawing/2014/main" id="{BBEE18F9-7EE5-444F-AA57-68A6783A522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36096" y="418068"/>
            <a:ext cx="839411" cy="630239"/>
          </a:xfrm>
          <a:prstGeom prst="rect">
            <a:avLst/>
          </a:prstGeom>
          <a:ln w="12700">
            <a:miter lim="400000"/>
          </a:ln>
        </p:spPr>
      </p:pic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528863" y="2499942"/>
            <a:ext cx="9630910" cy="2562966"/>
          </a:xfrm>
          <a:prstGeom prst="rect">
            <a:avLst/>
          </a:prstGeom>
        </p:spPr>
        <p:txBody>
          <a:bodyPr anchor="ctr"/>
          <a:lstStyle>
            <a:lvl1pPr algn="ctr">
              <a:defRPr kumimoji="0" sz="4384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2860796533"/>
      </p:ext>
    </p:extLst>
  </p:cSld>
  <p:clrMapOvr>
    <a:masterClrMapping/>
  </p:clrMapOvr>
  <p:transition spd="med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37741" y="-31732"/>
            <a:ext cx="10742623" cy="7626313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Rectangle">
            <a:extLst>
              <a:ext uri="{FF2B5EF4-FFF2-40B4-BE49-F238E27FC236}">
                <a16:creationId xmlns:a16="http://schemas.microsoft.com/office/drawing/2014/main" id="{039E3D91-9575-7645-A4DA-1857555C3973}"/>
              </a:ext>
            </a:extLst>
          </p:cNvPr>
          <p:cNvSpPr/>
          <p:nvPr userDrawn="1"/>
        </p:nvSpPr>
        <p:spPr>
          <a:xfrm>
            <a:off x="0" y="0"/>
            <a:ext cx="10688638" cy="7562850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31315" tIns="31315" rIns="31315" bIns="31315" anchor="ctr"/>
          <a:lstStyle/>
          <a:p>
            <a:pPr defTabSz="360119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315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pic>
        <p:nvPicPr>
          <p:cNvPr id="9" name="Image" descr="Image">
            <a:extLst>
              <a:ext uri="{FF2B5EF4-FFF2-40B4-BE49-F238E27FC236}">
                <a16:creationId xmlns:a16="http://schemas.microsoft.com/office/drawing/2014/main" id="{342E0CAD-6F4A-B446-A399-7F1EC0FA30B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36090" y="418068"/>
            <a:ext cx="839421" cy="630239"/>
          </a:xfrm>
          <a:prstGeom prst="rect">
            <a:avLst/>
          </a:prstGeom>
          <a:ln w="12700">
            <a:miter lim="400000"/>
          </a:ln>
        </p:spPr>
      </p:pic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528863" y="2499942"/>
            <a:ext cx="9630910" cy="2562966"/>
          </a:xfrm>
          <a:prstGeom prst="rect">
            <a:avLst/>
          </a:prstGeom>
        </p:spPr>
        <p:txBody>
          <a:bodyPr anchor="ctr"/>
          <a:lstStyle>
            <a:lvl1pPr algn="ctr">
              <a:defRPr kumimoji="0" sz="4384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3467333011"/>
      </p:ext>
    </p:extLst>
  </p:cSld>
  <p:clrMapOvr>
    <a:masterClrMapping/>
  </p:clrMapOvr>
  <p:transition spd="med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37741" y="-31732"/>
            <a:ext cx="10742623" cy="7626313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9B58D5CA-1AEF-754B-9F74-AE29F8DD61D5}"/>
              </a:ext>
            </a:extLst>
          </p:cNvPr>
          <p:cNvSpPr/>
          <p:nvPr userDrawn="1"/>
        </p:nvSpPr>
        <p:spPr>
          <a:xfrm>
            <a:off x="-1" y="0"/>
            <a:ext cx="10688639" cy="7562850"/>
          </a:xfrm>
          <a:prstGeom prst="rect">
            <a:avLst/>
          </a:prstGeom>
          <a:gradFill>
            <a:gsLst>
              <a:gs pos="0">
                <a:srgbClr val="F89620"/>
              </a:gs>
              <a:gs pos="100000">
                <a:srgbClr val="FFB039"/>
              </a:gs>
            </a:gsLst>
          </a:gradFill>
          <a:ln w="12700">
            <a:miter lim="400000"/>
          </a:ln>
        </p:spPr>
        <p:txBody>
          <a:bodyPr lIns="31315" tIns="31315" rIns="31315" bIns="31315" anchor="ctr"/>
          <a:lstStyle/>
          <a:p>
            <a:pPr defTabSz="360119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315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pic>
        <p:nvPicPr>
          <p:cNvPr id="9" name="Image" descr="Image">
            <a:extLst>
              <a:ext uri="{FF2B5EF4-FFF2-40B4-BE49-F238E27FC236}">
                <a16:creationId xmlns:a16="http://schemas.microsoft.com/office/drawing/2014/main" id="{342E0CAD-6F4A-B446-A399-7F1EC0FA30B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36090" y="418068"/>
            <a:ext cx="839421" cy="630239"/>
          </a:xfrm>
          <a:prstGeom prst="rect">
            <a:avLst/>
          </a:prstGeom>
          <a:ln w="12700">
            <a:miter lim="400000"/>
          </a:ln>
        </p:spPr>
      </p:pic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528863" y="2499942"/>
            <a:ext cx="9630910" cy="2562966"/>
          </a:xfrm>
          <a:prstGeom prst="rect">
            <a:avLst/>
          </a:prstGeom>
        </p:spPr>
        <p:txBody>
          <a:bodyPr anchor="ctr"/>
          <a:lstStyle>
            <a:lvl1pPr algn="ctr">
              <a:defRPr kumimoji="0" sz="4384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567410347"/>
      </p:ext>
    </p:extLst>
  </p:cSld>
  <p:clrMapOvr>
    <a:masterClrMapping/>
  </p:clrMapOvr>
  <p:transition spd="med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37741" y="-31732"/>
            <a:ext cx="10742623" cy="7626313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Rectangle">
            <a:extLst>
              <a:ext uri="{FF2B5EF4-FFF2-40B4-BE49-F238E27FC236}">
                <a16:creationId xmlns:a16="http://schemas.microsoft.com/office/drawing/2014/main" id="{D74DB4AE-0419-BC41-9D4A-DC2FB6ABAE92}"/>
              </a:ext>
            </a:extLst>
          </p:cNvPr>
          <p:cNvSpPr/>
          <p:nvPr userDrawn="1"/>
        </p:nvSpPr>
        <p:spPr>
          <a:xfrm>
            <a:off x="0" y="0"/>
            <a:ext cx="10688638" cy="7562850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31315" tIns="31315" rIns="31315" bIns="31315" anchor="ctr"/>
          <a:lstStyle/>
          <a:p>
            <a:pPr defTabSz="360119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315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pic>
        <p:nvPicPr>
          <p:cNvPr id="9" name="Image" descr="Image">
            <a:extLst>
              <a:ext uri="{FF2B5EF4-FFF2-40B4-BE49-F238E27FC236}">
                <a16:creationId xmlns:a16="http://schemas.microsoft.com/office/drawing/2014/main" id="{342E0CAD-6F4A-B446-A399-7F1EC0FA30B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36090" y="418068"/>
            <a:ext cx="839421" cy="630239"/>
          </a:xfrm>
          <a:prstGeom prst="rect">
            <a:avLst/>
          </a:prstGeom>
          <a:ln w="12700">
            <a:miter lim="400000"/>
          </a:ln>
        </p:spPr>
      </p:pic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528863" y="2499942"/>
            <a:ext cx="9630910" cy="2562966"/>
          </a:xfrm>
          <a:prstGeom prst="rect">
            <a:avLst/>
          </a:prstGeom>
        </p:spPr>
        <p:txBody>
          <a:bodyPr anchor="ctr"/>
          <a:lstStyle>
            <a:lvl1pPr algn="ctr">
              <a:defRPr kumimoji="0" sz="4384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1817393904"/>
      </p:ext>
    </p:extLst>
  </p:cSld>
  <p:clrMapOvr>
    <a:masterClrMapping/>
  </p:clrMapOvr>
  <p:transition spd="med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37741" y="-31732"/>
            <a:ext cx="10742623" cy="7626313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5C668086-F712-8640-8B8D-2424E50E003F}"/>
              </a:ext>
            </a:extLst>
          </p:cNvPr>
          <p:cNvSpPr/>
          <p:nvPr userDrawn="1"/>
        </p:nvSpPr>
        <p:spPr>
          <a:xfrm>
            <a:off x="0" y="0"/>
            <a:ext cx="10688638" cy="7562850"/>
          </a:xfrm>
          <a:prstGeom prst="rect">
            <a:avLst/>
          </a:prstGeom>
          <a:gradFill>
            <a:gsLst>
              <a:gs pos="0">
                <a:srgbClr val="2670B8"/>
              </a:gs>
              <a:gs pos="100000">
                <a:srgbClr val="2258A7"/>
              </a:gs>
            </a:gsLst>
          </a:gradFill>
          <a:ln w="12700">
            <a:miter lim="400000"/>
          </a:ln>
        </p:spPr>
        <p:txBody>
          <a:bodyPr lIns="31315" tIns="31315" rIns="31315" bIns="31315" anchor="ctr"/>
          <a:lstStyle/>
          <a:p>
            <a:pPr defTabSz="360119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315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pic>
        <p:nvPicPr>
          <p:cNvPr id="9" name="Image" descr="Image">
            <a:extLst>
              <a:ext uri="{FF2B5EF4-FFF2-40B4-BE49-F238E27FC236}">
                <a16:creationId xmlns:a16="http://schemas.microsoft.com/office/drawing/2014/main" id="{342E0CAD-6F4A-B446-A399-7F1EC0FA30B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36090" y="418068"/>
            <a:ext cx="839421" cy="630239"/>
          </a:xfrm>
          <a:prstGeom prst="rect">
            <a:avLst/>
          </a:prstGeom>
          <a:ln w="12700">
            <a:miter lim="400000"/>
          </a:ln>
        </p:spPr>
      </p:pic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528863" y="2499942"/>
            <a:ext cx="9630910" cy="2562966"/>
          </a:xfrm>
          <a:prstGeom prst="rect">
            <a:avLst/>
          </a:prstGeom>
        </p:spPr>
        <p:txBody>
          <a:bodyPr anchor="ctr"/>
          <a:lstStyle>
            <a:lvl1pPr algn="ctr">
              <a:defRPr kumimoji="0" sz="4384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1013457612"/>
      </p:ext>
    </p:extLst>
  </p:cSld>
  <p:clrMapOvr>
    <a:masterClrMapping/>
  </p:clrMapOvr>
  <p:transition spd="med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37741" y="-31732"/>
            <a:ext cx="10742623" cy="7626313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Rectangle">
            <a:extLst>
              <a:ext uri="{FF2B5EF4-FFF2-40B4-BE49-F238E27FC236}">
                <a16:creationId xmlns:a16="http://schemas.microsoft.com/office/drawing/2014/main" id="{B6B9E9EC-92F4-2943-BCEE-A17DD1A638A8}"/>
              </a:ext>
            </a:extLst>
          </p:cNvPr>
          <p:cNvSpPr/>
          <p:nvPr userDrawn="1"/>
        </p:nvSpPr>
        <p:spPr>
          <a:xfrm>
            <a:off x="-24918" y="-14006"/>
            <a:ext cx="10738473" cy="7590861"/>
          </a:xfrm>
          <a:prstGeom prst="rect">
            <a:avLst/>
          </a:prstGeom>
          <a:gradFill>
            <a:gsLst>
              <a:gs pos="0">
                <a:srgbClr val="315094"/>
              </a:gs>
              <a:gs pos="100000">
                <a:srgbClr val="293C6E"/>
              </a:gs>
            </a:gsLst>
          </a:gradFill>
          <a:ln w="12700">
            <a:miter lim="400000"/>
          </a:ln>
        </p:spPr>
        <p:txBody>
          <a:bodyPr lIns="31315" tIns="31315" rIns="31315" bIns="31315" anchor="ctr"/>
          <a:lstStyle/>
          <a:p>
            <a:pPr defTabSz="360119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315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pic>
        <p:nvPicPr>
          <p:cNvPr id="9" name="Image" descr="Image">
            <a:extLst>
              <a:ext uri="{FF2B5EF4-FFF2-40B4-BE49-F238E27FC236}">
                <a16:creationId xmlns:a16="http://schemas.microsoft.com/office/drawing/2014/main" id="{342E0CAD-6F4A-B446-A399-7F1EC0FA30B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36090" y="418068"/>
            <a:ext cx="839421" cy="630239"/>
          </a:xfrm>
          <a:prstGeom prst="rect">
            <a:avLst/>
          </a:prstGeom>
          <a:ln w="12700">
            <a:miter lim="400000"/>
          </a:ln>
        </p:spPr>
      </p:pic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528863" y="2499942"/>
            <a:ext cx="9630910" cy="2562966"/>
          </a:xfrm>
          <a:prstGeom prst="rect">
            <a:avLst/>
          </a:prstGeom>
        </p:spPr>
        <p:txBody>
          <a:bodyPr anchor="ctr"/>
          <a:lstStyle>
            <a:lvl1pPr algn="ctr">
              <a:defRPr kumimoji="0" sz="4384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2892024161"/>
      </p:ext>
    </p:extLst>
  </p:cSld>
  <p:clrMapOvr>
    <a:masterClrMapping/>
  </p:clrMapOvr>
  <p:transition spd="med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37741" y="-31732"/>
            <a:ext cx="10742623" cy="7626313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3B0134B8-92DD-5A47-83ED-ED2B1DC0A2FA}"/>
              </a:ext>
            </a:extLst>
          </p:cNvPr>
          <p:cNvSpPr/>
          <p:nvPr userDrawn="1"/>
        </p:nvSpPr>
        <p:spPr>
          <a:xfrm>
            <a:off x="-24918" y="-14006"/>
            <a:ext cx="10738473" cy="7590861"/>
          </a:xfrm>
          <a:prstGeom prst="rect">
            <a:avLst/>
          </a:prstGeom>
          <a:gradFill>
            <a:gsLst>
              <a:gs pos="0">
                <a:srgbClr val="797979"/>
              </a:gs>
              <a:gs pos="100000">
                <a:srgbClr val="A9A9A9"/>
              </a:gs>
            </a:gsLst>
          </a:gradFill>
          <a:ln w="12700">
            <a:miter lim="400000"/>
          </a:ln>
        </p:spPr>
        <p:txBody>
          <a:bodyPr lIns="31315" tIns="31315" rIns="31315" bIns="31315" anchor="ctr"/>
          <a:lstStyle/>
          <a:p>
            <a:pPr defTabSz="360119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315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pic>
        <p:nvPicPr>
          <p:cNvPr id="9" name="Image" descr="Image">
            <a:extLst>
              <a:ext uri="{FF2B5EF4-FFF2-40B4-BE49-F238E27FC236}">
                <a16:creationId xmlns:a16="http://schemas.microsoft.com/office/drawing/2014/main" id="{342E0CAD-6F4A-B446-A399-7F1EC0FA30B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36090" y="418068"/>
            <a:ext cx="839421" cy="630239"/>
          </a:xfrm>
          <a:prstGeom prst="rect">
            <a:avLst/>
          </a:prstGeom>
          <a:ln w="12700">
            <a:miter lim="400000"/>
          </a:ln>
        </p:spPr>
      </p:pic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528863" y="2499942"/>
            <a:ext cx="9630910" cy="2562966"/>
          </a:xfrm>
          <a:prstGeom prst="rect">
            <a:avLst/>
          </a:prstGeom>
        </p:spPr>
        <p:txBody>
          <a:bodyPr anchor="ctr"/>
          <a:lstStyle>
            <a:lvl1pPr algn="ctr">
              <a:defRPr kumimoji="0" sz="4384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3850908303"/>
      </p:ext>
    </p:extLst>
  </p:cSld>
  <p:clrMapOvr>
    <a:masterClrMapping/>
  </p:clrMapOvr>
  <p:transition spd="med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">
            <a:extLst>
              <a:ext uri="{FF2B5EF4-FFF2-40B4-BE49-F238E27FC236}">
                <a16:creationId xmlns:a16="http://schemas.microsoft.com/office/drawing/2014/main" id="{0CE21BA8-841F-EE46-90AB-358900DBBA45}"/>
              </a:ext>
            </a:extLst>
          </p:cNvPr>
          <p:cNvSpPr/>
          <p:nvPr userDrawn="1"/>
        </p:nvSpPr>
        <p:spPr>
          <a:xfrm>
            <a:off x="0" y="1302937"/>
            <a:ext cx="10688638" cy="6305781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31315" tIns="31315" rIns="31315" bIns="31315" anchor="ctr"/>
          <a:lstStyle/>
          <a:p>
            <a:pPr defTabSz="360119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315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grpSp>
        <p:nvGrpSpPr>
          <p:cNvPr id="152" name="Group"/>
          <p:cNvGrpSpPr/>
          <p:nvPr/>
        </p:nvGrpSpPr>
        <p:grpSpPr>
          <a:xfrm>
            <a:off x="331680" y="-2133"/>
            <a:ext cx="1220317" cy="1110592"/>
            <a:chOff x="-2864397" y="0"/>
            <a:chExt cx="2783907" cy="2014171"/>
          </a:xfrm>
        </p:grpSpPr>
        <p:pic>
          <p:nvPicPr>
            <p:cNvPr id="149" name="Image" descr="Image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0" name="Image" descr="Image"/>
            <p:cNvPicPr>
              <a:picLocks noChangeAspect="1"/>
            </p:cNvPicPr>
            <p:nvPr/>
          </p:nvPicPr>
          <p:blipFill>
            <a:blip r:embed="rId3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1" name="Image" descr="Image"/>
            <p:cNvPicPr>
              <a:picLocks noChangeAspect="1"/>
            </p:cNvPicPr>
            <p:nvPr/>
          </p:nvPicPr>
          <p:blipFill>
            <a:blip r:embed="rId3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86AB40C6-E41E-9F54-5391-1B969D0CD911}"/>
              </a:ext>
            </a:extLst>
          </p:cNvPr>
          <p:cNvSpPr/>
          <p:nvPr userDrawn="1"/>
        </p:nvSpPr>
        <p:spPr>
          <a:xfrm>
            <a:off x="2709777" y="2936223"/>
            <a:ext cx="6734026" cy="288615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2268" tIns="22268" rIns="22268" bIns="22268" numCol="1" spcCol="38100" rtlCol="0" anchor="ctr">
            <a:spAutoFit/>
          </a:bodyPr>
          <a:lstStyle/>
          <a:p>
            <a:pPr marL="0" marR="0" indent="0" algn="ctr" defTabSz="36185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3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080221CE-1DAF-B881-9928-5F7152658A68}"/>
              </a:ext>
            </a:extLst>
          </p:cNvPr>
          <p:cNvSpPr/>
          <p:nvPr userDrawn="1"/>
        </p:nvSpPr>
        <p:spPr>
          <a:xfrm>
            <a:off x="950063" y="2936223"/>
            <a:ext cx="1992573" cy="288615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2268" tIns="22268" rIns="22268" bIns="22268" numCol="1" spcCol="38100" rtlCol="0" anchor="ctr">
            <a:spAutoFit/>
          </a:bodyPr>
          <a:lstStyle/>
          <a:p>
            <a:pPr marL="0" marR="0" indent="0" algn="ctr" defTabSz="36185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3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769ADC5F-7856-93FC-73B6-D0FD6CF171F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091137" y="2754629"/>
            <a:ext cx="6047505" cy="663997"/>
          </a:xfrm>
        </p:spPr>
        <p:txBody>
          <a:bodyPr>
            <a:noAutofit/>
          </a:bodyPr>
          <a:lstStyle>
            <a:lvl1pPr marL="0" indent="0">
              <a:buNone/>
              <a:defRPr kumimoji="0" lang="en-US" sz="1052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267218" indent="0">
              <a:buNone/>
              <a:defRPr kumimoji="0" lang="en-US" sz="96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534436" indent="0">
              <a:buNone/>
              <a:defRPr kumimoji="0" lang="en-US" sz="96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801654" indent="0">
              <a:buNone/>
              <a:defRPr kumimoji="0" lang="en-US" sz="96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1068873" indent="0">
              <a:buNone/>
              <a:defRPr kumimoji="0" lang="en-US" sz="96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5">
            <a:extLst>
              <a:ext uri="{FF2B5EF4-FFF2-40B4-BE49-F238E27FC236}">
                <a16:creationId xmlns:a16="http://schemas.microsoft.com/office/drawing/2014/main" id="{00A99FD3-8026-DED8-6415-E6F86A722F0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207234" y="2754629"/>
            <a:ext cx="1478228" cy="663997"/>
          </a:xfrm>
        </p:spPr>
        <p:txBody>
          <a:bodyPr>
            <a:noAutofit/>
          </a:bodyPr>
          <a:lstStyle>
            <a:lvl1pPr marL="0" indent="0">
              <a:buNone/>
              <a:defRPr kumimoji="0" lang="en-US" sz="1227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267218" indent="0">
              <a:buNone/>
              <a:defRPr kumimoji="0" lang="en-US" sz="96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534436" indent="0">
              <a:buNone/>
              <a:defRPr kumimoji="0" lang="en-US" sz="96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801654" indent="0">
              <a:buNone/>
              <a:defRPr kumimoji="0" lang="en-US" sz="96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1068873" indent="0">
              <a:buNone/>
              <a:defRPr kumimoji="0" lang="en-US" sz="96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247E1DC-6698-D91F-6E0F-EE6AA5A0EE44}"/>
              </a:ext>
            </a:extLst>
          </p:cNvPr>
          <p:cNvSpPr/>
          <p:nvPr userDrawn="1"/>
        </p:nvSpPr>
        <p:spPr>
          <a:xfrm>
            <a:off x="2709777" y="4454643"/>
            <a:ext cx="6734026" cy="288615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2268" tIns="22268" rIns="22268" bIns="22268" numCol="1" spcCol="38100" rtlCol="0" anchor="ctr">
            <a:spAutoFit/>
          </a:bodyPr>
          <a:lstStyle/>
          <a:p>
            <a:pPr marL="0" marR="0" indent="0" algn="ctr" defTabSz="36185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3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4546BDD-E691-E2BA-47E5-B549A7229C89}"/>
              </a:ext>
            </a:extLst>
          </p:cNvPr>
          <p:cNvSpPr/>
          <p:nvPr userDrawn="1"/>
        </p:nvSpPr>
        <p:spPr>
          <a:xfrm>
            <a:off x="950063" y="4454643"/>
            <a:ext cx="1992573" cy="288615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2268" tIns="22268" rIns="22268" bIns="22268" numCol="1" spcCol="38100" rtlCol="0" anchor="ctr">
            <a:spAutoFit/>
          </a:bodyPr>
          <a:lstStyle/>
          <a:p>
            <a:pPr marL="0" marR="0" indent="0" algn="ctr" defTabSz="36185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3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260AF2BE-EDAA-B7C2-8580-AB1ACF70EF3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091137" y="4273049"/>
            <a:ext cx="6047505" cy="663997"/>
          </a:xfrm>
        </p:spPr>
        <p:txBody>
          <a:bodyPr>
            <a:noAutofit/>
          </a:bodyPr>
          <a:lstStyle>
            <a:lvl1pPr marL="0" indent="0">
              <a:buNone/>
              <a:defRPr kumimoji="0" lang="en-US" sz="1052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267218" indent="0">
              <a:buNone/>
              <a:defRPr kumimoji="0" lang="en-US" sz="96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534436" indent="0">
              <a:buNone/>
              <a:defRPr kumimoji="0" lang="en-US" sz="96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801654" indent="0">
              <a:buNone/>
              <a:defRPr kumimoji="0" lang="en-US" sz="96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1068873" indent="0">
              <a:buNone/>
              <a:defRPr kumimoji="0" lang="en-US" sz="96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0EC36AFE-3A01-B3EC-7E28-B8F97B90036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207234" y="4273049"/>
            <a:ext cx="1478228" cy="663997"/>
          </a:xfrm>
        </p:spPr>
        <p:txBody>
          <a:bodyPr>
            <a:noAutofit/>
          </a:bodyPr>
          <a:lstStyle>
            <a:lvl1pPr marL="0" indent="0">
              <a:buNone/>
              <a:defRPr kumimoji="0" lang="en-US" sz="1227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267218" indent="0">
              <a:buNone/>
              <a:defRPr kumimoji="0" lang="en-US" sz="96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534436" indent="0">
              <a:buNone/>
              <a:defRPr kumimoji="0" lang="en-US" sz="96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801654" indent="0">
              <a:buNone/>
              <a:defRPr kumimoji="0" lang="en-US" sz="96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1068873" indent="0">
              <a:buNone/>
              <a:defRPr kumimoji="0" lang="en-US" sz="96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CE84B4FD-950C-7E7E-B32E-0106A01D53C4}"/>
              </a:ext>
            </a:extLst>
          </p:cNvPr>
          <p:cNvSpPr/>
          <p:nvPr userDrawn="1"/>
        </p:nvSpPr>
        <p:spPr>
          <a:xfrm>
            <a:off x="2709777" y="5973062"/>
            <a:ext cx="6734026" cy="288615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2268" tIns="22268" rIns="22268" bIns="22268" numCol="1" spcCol="38100" rtlCol="0" anchor="ctr">
            <a:spAutoFit/>
          </a:bodyPr>
          <a:lstStyle/>
          <a:p>
            <a:pPr marL="0" marR="0" indent="0" algn="ctr" defTabSz="36185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3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3B266147-1D67-88E4-9FE7-F833346E464A}"/>
              </a:ext>
            </a:extLst>
          </p:cNvPr>
          <p:cNvSpPr/>
          <p:nvPr userDrawn="1"/>
        </p:nvSpPr>
        <p:spPr>
          <a:xfrm>
            <a:off x="950063" y="5973062"/>
            <a:ext cx="1992573" cy="288615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2268" tIns="22268" rIns="22268" bIns="22268" numCol="1" spcCol="38100" rtlCol="0" anchor="ctr">
            <a:spAutoFit/>
          </a:bodyPr>
          <a:lstStyle/>
          <a:p>
            <a:pPr marL="0" marR="0" indent="0" algn="ctr" defTabSz="36185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3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6248EF39-489B-0AB6-1C39-97964F6585C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091137" y="5791468"/>
            <a:ext cx="6047505" cy="663997"/>
          </a:xfrm>
        </p:spPr>
        <p:txBody>
          <a:bodyPr>
            <a:noAutofit/>
          </a:bodyPr>
          <a:lstStyle>
            <a:lvl1pPr marL="0" indent="0">
              <a:buNone/>
              <a:defRPr kumimoji="0" lang="en-US" sz="1052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267218" indent="0">
              <a:buNone/>
              <a:defRPr kumimoji="0" lang="en-US" sz="96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534436" indent="0">
              <a:buNone/>
              <a:defRPr kumimoji="0" lang="en-US" sz="96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801654" indent="0">
              <a:buNone/>
              <a:defRPr kumimoji="0" lang="en-US" sz="96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1068873" indent="0">
              <a:buNone/>
              <a:defRPr kumimoji="0" lang="en-US" sz="96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E37917F2-61C0-8B23-0D87-2AA3EEB8377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207234" y="5791468"/>
            <a:ext cx="1478228" cy="663997"/>
          </a:xfrm>
        </p:spPr>
        <p:txBody>
          <a:bodyPr>
            <a:noAutofit/>
          </a:bodyPr>
          <a:lstStyle>
            <a:lvl1pPr marL="0" indent="0">
              <a:buNone/>
              <a:defRPr kumimoji="0" lang="en-US" sz="1227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267218" indent="0">
              <a:buNone/>
              <a:defRPr kumimoji="0" lang="en-US" sz="96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534436" indent="0">
              <a:buNone/>
              <a:defRPr kumimoji="0" lang="en-US" sz="96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801654" indent="0">
              <a:buNone/>
              <a:defRPr kumimoji="0" lang="en-US" sz="96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1068873" indent="0">
              <a:buNone/>
              <a:defRPr kumimoji="0" lang="en-US" sz="96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7" name="Title 2">
            <a:extLst>
              <a:ext uri="{FF2B5EF4-FFF2-40B4-BE49-F238E27FC236}">
                <a16:creationId xmlns:a16="http://schemas.microsoft.com/office/drawing/2014/main" id="{3F0C4EB7-81AE-6D10-33F3-83A99AC2F3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0063" y="1032232"/>
            <a:ext cx="6450517" cy="281364"/>
          </a:xfrm>
        </p:spPr>
        <p:txBody>
          <a:bodyPr>
            <a:normAutofit/>
          </a:bodyPr>
          <a:lstStyle>
            <a:lvl1pPr>
              <a:defRPr kumimoji="0" lang="en-US" sz="1666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043113C8-679B-440C-38CF-27CC1A6FF3A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50062" y="1334212"/>
            <a:ext cx="4282151" cy="443066"/>
          </a:xfrm>
        </p:spPr>
        <p:txBody>
          <a:bodyPr/>
          <a:lstStyle>
            <a:lvl1pPr marL="0" indent="0">
              <a:buNone/>
              <a:defRPr kumimoji="0" lang="en-US" sz="1403" b="1" i="0" u="none" strike="noStrike" cap="all" spc="0" normalizeH="0" baseline="0">
                <a:ln>
                  <a:noFill/>
                </a:ln>
                <a:solidFill>
                  <a:srgbClr val="424242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/>
              <a:t>SUB TITLE</a:t>
            </a:r>
          </a:p>
        </p:txBody>
      </p:sp>
    </p:spTree>
    <p:extLst>
      <p:ext uri="{BB962C8B-B14F-4D97-AF65-F5344CB8AC3E}">
        <p14:creationId xmlns:p14="http://schemas.microsoft.com/office/powerpoint/2010/main" val="2443815676"/>
      </p:ext>
    </p:extLst>
  </p:cSld>
  <p:clrMapOvr>
    <a:masterClrMapping/>
  </p:clrMapOvr>
  <p:transition spd="med"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Rectangle">
            <a:extLst>
              <a:ext uri="{FF2B5EF4-FFF2-40B4-BE49-F238E27FC236}">
                <a16:creationId xmlns:a16="http://schemas.microsoft.com/office/drawing/2014/main" id="{5B500D99-BCA8-5A47-AC2D-7A5DFB585C9A}"/>
              </a:ext>
            </a:extLst>
          </p:cNvPr>
          <p:cNvSpPr/>
          <p:nvPr userDrawn="1"/>
        </p:nvSpPr>
        <p:spPr>
          <a:xfrm>
            <a:off x="-6074" y="1301470"/>
            <a:ext cx="10694712" cy="6305781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31315" tIns="31315" rIns="31315" bIns="31315" anchor="ctr"/>
          <a:lstStyle/>
          <a:p>
            <a:pPr defTabSz="360119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315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grpSp>
        <p:nvGrpSpPr>
          <p:cNvPr id="152" name="Group"/>
          <p:cNvGrpSpPr/>
          <p:nvPr/>
        </p:nvGrpSpPr>
        <p:grpSpPr>
          <a:xfrm>
            <a:off x="331680" y="-2133"/>
            <a:ext cx="1220317" cy="1110592"/>
            <a:chOff x="-2864397" y="0"/>
            <a:chExt cx="2783907" cy="2014171"/>
          </a:xfrm>
        </p:grpSpPr>
        <p:pic>
          <p:nvPicPr>
            <p:cNvPr id="149" name="Image" descr="Image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0" name="Image" descr="Image"/>
            <p:cNvPicPr>
              <a:picLocks noChangeAspect="1"/>
            </p:cNvPicPr>
            <p:nvPr/>
          </p:nvPicPr>
          <p:blipFill>
            <a:blip r:embed="rId3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1" name="Image" descr="Image"/>
            <p:cNvPicPr>
              <a:picLocks noChangeAspect="1"/>
            </p:cNvPicPr>
            <p:nvPr/>
          </p:nvPicPr>
          <p:blipFill>
            <a:blip r:embed="rId3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0063" y="1031739"/>
            <a:ext cx="6450517" cy="281857"/>
          </a:xfrm>
        </p:spPr>
        <p:txBody>
          <a:bodyPr>
            <a:normAutofit/>
          </a:bodyPr>
          <a:lstStyle>
            <a:lvl1pPr>
              <a:defRPr kumimoji="0" lang="en-US" sz="1666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50062" y="1334212"/>
            <a:ext cx="4282151" cy="443066"/>
          </a:xfrm>
        </p:spPr>
        <p:txBody>
          <a:bodyPr/>
          <a:lstStyle>
            <a:lvl1pPr marL="0" indent="0">
              <a:buNone/>
              <a:defRPr kumimoji="0" lang="en-US" sz="1403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/>
              <a:t>SUB TITLE</a:t>
            </a:r>
          </a:p>
        </p:txBody>
      </p:sp>
      <p:sp>
        <p:nvSpPr>
          <p:cNvPr id="104" name="Content Placeholder 7">
            <a:extLst>
              <a:ext uri="{FF2B5EF4-FFF2-40B4-BE49-F238E27FC236}">
                <a16:creationId xmlns:a16="http://schemas.microsoft.com/office/drawing/2014/main" id="{A238D5AC-1068-5240-9AFA-91BA1250D94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405176" y="2941347"/>
            <a:ext cx="6011894" cy="2493526"/>
          </a:xfrm>
        </p:spPr>
        <p:txBody>
          <a:bodyPr>
            <a:normAutofit/>
          </a:bodyPr>
          <a:lstStyle>
            <a:lvl1pPr marL="116908" indent="-116908">
              <a:lnSpc>
                <a:spcPct val="100000"/>
              </a:lnSpc>
              <a:tabLst/>
              <a:defRPr kumimoji="0" lang="en-US" sz="114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390389" indent="-123171">
              <a:lnSpc>
                <a:spcPct val="100000"/>
              </a:lnSpc>
              <a:tabLst/>
              <a:defRPr kumimoji="0" lang="en-US" sz="114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644386" indent="-109950">
              <a:lnSpc>
                <a:spcPct val="100000"/>
              </a:lnSpc>
              <a:tabLst/>
              <a:defRPr kumimoji="0" lang="en-US" sz="114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937352" indent="-135697">
              <a:lnSpc>
                <a:spcPct val="100000"/>
              </a:lnSpc>
              <a:tabLst/>
              <a:defRPr kumimoji="0" lang="en-US" sz="114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1191348" indent="-122475">
              <a:lnSpc>
                <a:spcPct val="100000"/>
              </a:lnSpc>
              <a:tabLst/>
              <a:defRPr kumimoji="0" lang="en-US" sz="114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17495520"/>
      </p:ext>
    </p:extLst>
  </p:cSld>
  <p:clrMapOvr>
    <a:masterClrMapping/>
  </p:clrMapOvr>
  <p:transition spd="med"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:a16="http://schemas.microsoft.com/office/drawing/2014/main" id="{D2A636C9-947E-150D-EB07-22919761FA60}"/>
              </a:ext>
            </a:extLst>
          </p:cNvPr>
          <p:cNvSpPr/>
          <p:nvPr userDrawn="1"/>
        </p:nvSpPr>
        <p:spPr>
          <a:xfrm>
            <a:off x="-6074" y="1301470"/>
            <a:ext cx="10694712" cy="6305781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31315" tIns="31315" rIns="31315" bIns="31315" anchor="ctr"/>
          <a:lstStyle/>
          <a:p>
            <a:pPr defTabSz="360119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315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grpSp>
        <p:nvGrpSpPr>
          <p:cNvPr id="152" name="Group"/>
          <p:cNvGrpSpPr/>
          <p:nvPr/>
        </p:nvGrpSpPr>
        <p:grpSpPr>
          <a:xfrm>
            <a:off x="331680" y="-2133"/>
            <a:ext cx="1220317" cy="1110592"/>
            <a:chOff x="-2864397" y="0"/>
            <a:chExt cx="2783907" cy="2014171"/>
          </a:xfrm>
        </p:grpSpPr>
        <p:pic>
          <p:nvPicPr>
            <p:cNvPr id="149" name="Image" descr="Image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0" name="Image" descr="Image"/>
            <p:cNvPicPr>
              <a:picLocks noChangeAspect="1"/>
            </p:cNvPicPr>
            <p:nvPr/>
          </p:nvPicPr>
          <p:blipFill>
            <a:blip r:embed="rId3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1" name="Image" descr="Image"/>
            <p:cNvPicPr>
              <a:picLocks noChangeAspect="1"/>
            </p:cNvPicPr>
            <p:nvPr/>
          </p:nvPicPr>
          <p:blipFill>
            <a:blip r:embed="rId3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0063" y="1031739"/>
            <a:ext cx="6450517" cy="281857"/>
          </a:xfrm>
        </p:spPr>
        <p:txBody>
          <a:bodyPr>
            <a:normAutofit/>
          </a:bodyPr>
          <a:lstStyle>
            <a:lvl1pPr>
              <a:defRPr kumimoji="0" lang="en-US" sz="1666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50062" y="1334212"/>
            <a:ext cx="4282151" cy="443066"/>
          </a:xfrm>
        </p:spPr>
        <p:txBody>
          <a:bodyPr/>
          <a:lstStyle>
            <a:lvl1pPr marL="0" indent="0">
              <a:buNone/>
              <a:defRPr kumimoji="0" lang="en-US" sz="1403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/>
              <a:t>SUB TITLE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0C2D7F5C-BD73-5445-9E3A-82A31E22F6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50063" y="5148512"/>
            <a:ext cx="2086207" cy="1276744"/>
          </a:xfrm>
        </p:spPr>
        <p:txBody>
          <a:bodyPr>
            <a:noAutofit/>
          </a:bodyPr>
          <a:lstStyle>
            <a:lvl1pPr marL="0" indent="0">
              <a:buNone/>
              <a:defRPr kumimoji="0" lang="en-US" sz="96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267218" indent="0">
              <a:buNone/>
              <a:defRPr kumimoji="0" lang="en-US" sz="96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534436" indent="0">
              <a:buNone/>
              <a:defRPr kumimoji="0" lang="en-US" sz="96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801654" indent="0">
              <a:buNone/>
              <a:defRPr kumimoji="0" lang="en-US" sz="96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1068873" indent="0">
              <a:buNone/>
              <a:defRPr kumimoji="0" lang="en-US" sz="96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25FCA52D-C087-3347-A5F3-54D623B2115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122798" y="5148512"/>
            <a:ext cx="2086207" cy="1276744"/>
          </a:xfrm>
        </p:spPr>
        <p:txBody>
          <a:bodyPr>
            <a:noAutofit/>
          </a:bodyPr>
          <a:lstStyle>
            <a:lvl1pPr marL="0" indent="0">
              <a:buNone/>
              <a:defRPr kumimoji="0" lang="en-US" sz="96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267218" indent="0">
              <a:buNone/>
              <a:defRPr kumimoji="0" lang="en-US" sz="96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534436" indent="0">
              <a:buNone/>
              <a:defRPr kumimoji="0" lang="en-US" sz="96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801654" indent="0">
              <a:buNone/>
              <a:defRPr kumimoji="0" lang="en-US" sz="96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1068873" indent="0">
              <a:buNone/>
              <a:defRPr kumimoji="0" lang="en-US" sz="96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F4A212B9-DBD9-E746-BAFB-9234B89096E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95534" y="5148512"/>
            <a:ext cx="2086207" cy="1276744"/>
          </a:xfrm>
        </p:spPr>
        <p:txBody>
          <a:bodyPr>
            <a:noAutofit/>
          </a:bodyPr>
          <a:lstStyle>
            <a:lvl1pPr marL="0" indent="0">
              <a:buNone/>
              <a:defRPr kumimoji="0" lang="en-US" sz="96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267218" indent="0">
              <a:buNone/>
              <a:defRPr kumimoji="0" lang="en-US" sz="96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534436" indent="0">
              <a:buNone/>
              <a:defRPr kumimoji="0" lang="en-US" sz="96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801654" indent="0">
              <a:buNone/>
              <a:defRPr kumimoji="0" lang="en-US" sz="96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1068873" indent="0">
              <a:buNone/>
              <a:defRPr kumimoji="0" lang="en-US" sz="96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Picture Placeholder 3">
            <a:extLst>
              <a:ext uri="{FF2B5EF4-FFF2-40B4-BE49-F238E27FC236}">
                <a16:creationId xmlns:a16="http://schemas.microsoft.com/office/drawing/2014/main" id="{3A552A97-F867-374E-B40D-BD84D808047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950063" y="2369481"/>
            <a:ext cx="2086207" cy="2300583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9" name="Picture Placeholder 3">
            <a:extLst>
              <a:ext uri="{FF2B5EF4-FFF2-40B4-BE49-F238E27FC236}">
                <a16:creationId xmlns:a16="http://schemas.microsoft.com/office/drawing/2014/main" id="{DB283EA2-01A0-334D-8038-2E3190C1B2B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122798" y="2369481"/>
            <a:ext cx="2086207" cy="2300583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0" name="Picture Placeholder 3">
            <a:extLst>
              <a:ext uri="{FF2B5EF4-FFF2-40B4-BE49-F238E27FC236}">
                <a16:creationId xmlns:a16="http://schemas.microsoft.com/office/drawing/2014/main" id="{B5710E30-F50B-2E47-A284-AB9A73F6AB8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295534" y="2369481"/>
            <a:ext cx="2086207" cy="2300583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508481640"/>
      </p:ext>
    </p:extLst>
  </p:cSld>
  <p:clrMapOvr>
    <a:masterClrMapping/>
  </p:clrMapOvr>
  <p:transition spd="med"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:a16="http://schemas.microsoft.com/office/drawing/2014/main" id="{3A325C97-8FC1-69A4-76A6-9BFCCE62D08F}"/>
              </a:ext>
            </a:extLst>
          </p:cNvPr>
          <p:cNvSpPr/>
          <p:nvPr userDrawn="1"/>
        </p:nvSpPr>
        <p:spPr>
          <a:xfrm>
            <a:off x="-6074" y="1301470"/>
            <a:ext cx="10694712" cy="6305781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31315" tIns="31315" rIns="31315" bIns="31315" anchor="ctr"/>
          <a:lstStyle/>
          <a:p>
            <a:pPr defTabSz="360119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315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grpSp>
        <p:nvGrpSpPr>
          <p:cNvPr id="152" name="Group"/>
          <p:cNvGrpSpPr/>
          <p:nvPr/>
        </p:nvGrpSpPr>
        <p:grpSpPr>
          <a:xfrm>
            <a:off x="331680" y="-2133"/>
            <a:ext cx="1220317" cy="1110592"/>
            <a:chOff x="-2864397" y="0"/>
            <a:chExt cx="2783907" cy="2014171"/>
          </a:xfrm>
        </p:grpSpPr>
        <p:pic>
          <p:nvPicPr>
            <p:cNvPr id="149" name="Image" descr="Image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0" name="Image" descr="Image"/>
            <p:cNvPicPr>
              <a:picLocks noChangeAspect="1"/>
            </p:cNvPicPr>
            <p:nvPr/>
          </p:nvPicPr>
          <p:blipFill>
            <a:blip r:embed="rId3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1" name="Image" descr="Image"/>
            <p:cNvPicPr>
              <a:picLocks noChangeAspect="1"/>
            </p:cNvPicPr>
            <p:nvPr/>
          </p:nvPicPr>
          <p:blipFill>
            <a:blip r:embed="rId3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0063" y="1031739"/>
            <a:ext cx="6450517" cy="281857"/>
          </a:xfrm>
        </p:spPr>
        <p:txBody>
          <a:bodyPr>
            <a:normAutofit/>
          </a:bodyPr>
          <a:lstStyle>
            <a:lvl1pPr>
              <a:defRPr kumimoji="0" lang="en-US" sz="1666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50062" y="1334212"/>
            <a:ext cx="4282151" cy="443066"/>
          </a:xfrm>
        </p:spPr>
        <p:txBody>
          <a:bodyPr/>
          <a:lstStyle>
            <a:lvl1pPr marL="0" indent="0">
              <a:buNone/>
              <a:defRPr kumimoji="0" lang="en-US" sz="1403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/>
              <a:t>SUB TITLE</a:t>
            </a:r>
          </a:p>
        </p:txBody>
      </p:sp>
      <p:sp>
        <p:nvSpPr>
          <p:cNvPr id="4" name="Right Arrow 3">
            <a:extLst>
              <a:ext uri="{FF2B5EF4-FFF2-40B4-BE49-F238E27FC236}">
                <a16:creationId xmlns:a16="http://schemas.microsoft.com/office/drawing/2014/main" id="{8F28C692-0EE9-7D99-17B4-3313049F0A01}"/>
              </a:ext>
            </a:extLst>
          </p:cNvPr>
          <p:cNvSpPr/>
          <p:nvPr userDrawn="1"/>
        </p:nvSpPr>
        <p:spPr>
          <a:xfrm>
            <a:off x="3243035" y="3755905"/>
            <a:ext cx="689799" cy="518196"/>
          </a:xfrm>
          <a:prstGeom prst="rightArrow">
            <a:avLst/>
          </a:prstGeom>
          <a:solidFill>
            <a:schemeClr val="accent1">
              <a:lumMod val="5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2268" tIns="22268" rIns="22268" bIns="22268" numCol="1" spcCol="38100" rtlCol="0" anchor="ctr">
            <a:spAutoFit/>
          </a:bodyPr>
          <a:lstStyle/>
          <a:p>
            <a:pPr marL="0" marR="0" indent="0" algn="ctr" defTabSz="36185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3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1B89336-F494-2062-ED79-0A44623AD4C4}"/>
              </a:ext>
            </a:extLst>
          </p:cNvPr>
          <p:cNvSpPr/>
          <p:nvPr userDrawn="1"/>
        </p:nvSpPr>
        <p:spPr>
          <a:xfrm>
            <a:off x="950062" y="3897991"/>
            <a:ext cx="2158768" cy="270955"/>
          </a:xfrm>
          <a:prstGeom prst="roundRect">
            <a:avLst>
              <a:gd name="adj" fmla="val 7112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2268" tIns="22268" rIns="22268" bIns="22268" numCol="1" spcCol="38100" rtlCol="0" anchor="ctr">
            <a:spAutoFit/>
          </a:bodyPr>
          <a:lstStyle/>
          <a:p>
            <a:pPr marL="0" marR="0" indent="0" algn="ctr" defTabSz="36185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3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0C2D7F5C-BD73-5445-9E3A-82A31E22F6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137179" y="3143935"/>
            <a:ext cx="1707694" cy="1820002"/>
          </a:xfrm>
        </p:spPr>
        <p:txBody>
          <a:bodyPr>
            <a:noAutofit/>
          </a:bodyPr>
          <a:lstStyle>
            <a:lvl1pPr marL="0" indent="0">
              <a:buNone/>
              <a:defRPr kumimoji="0" lang="en-US" sz="1403" b="0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267218" indent="0">
              <a:buNone/>
              <a:defRPr kumimoji="0" lang="en-US" sz="96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534436" indent="0">
              <a:buNone/>
              <a:defRPr kumimoji="0" lang="en-US" sz="96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801654" indent="0">
              <a:buNone/>
              <a:defRPr kumimoji="0" lang="en-US" sz="96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1068873" indent="0">
              <a:buNone/>
              <a:defRPr kumimoji="0" lang="en-US" sz="96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651AEE51-4476-0347-EE71-4727AC7D90CC}"/>
              </a:ext>
            </a:extLst>
          </p:cNvPr>
          <p:cNvSpPr/>
          <p:nvPr userDrawn="1"/>
        </p:nvSpPr>
        <p:spPr>
          <a:xfrm>
            <a:off x="4067038" y="3897991"/>
            <a:ext cx="2158768" cy="270955"/>
          </a:xfrm>
          <a:prstGeom prst="roundRect">
            <a:avLst>
              <a:gd name="adj" fmla="val 7112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2268" tIns="22268" rIns="22268" bIns="22268" numCol="1" spcCol="38100" rtlCol="0" anchor="ctr">
            <a:spAutoFit/>
          </a:bodyPr>
          <a:lstStyle/>
          <a:p>
            <a:pPr marL="0" marR="0" indent="0" algn="ctr" defTabSz="36185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3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C8DF8073-7CBE-78F8-385D-33EC70507F81}"/>
              </a:ext>
            </a:extLst>
          </p:cNvPr>
          <p:cNvSpPr/>
          <p:nvPr userDrawn="1"/>
        </p:nvSpPr>
        <p:spPr>
          <a:xfrm>
            <a:off x="7184015" y="3897991"/>
            <a:ext cx="2158768" cy="270955"/>
          </a:xfrm>
          <a:prstGeom prst="roundRect">
            <a:avLst>
              <a:gd name="adj" fmla="val 7112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2268" tIns="22268" rIns="22268" bIns="22268" numCol="1" spcCol="38100" rtlCol="0" anchor="ctr">
            <a:spAutoFit/>
          </a:bodyPr>
          <a:lstStyle/>
          <a:p>
            <a:pPr marL="0" marR="0" indent="0" algn="ctr" defTabSz="36185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3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3" name="Text Placeholder 5">
            <a:extLst>
              <a:ext uri="{FF2B5EF4-FFF2-40B4-BE49-F238E27FC236}">
                <a16:creationId xmlns:a16="http://schemas.microsoft.com/office/drawing/2014/main" id="{5D06E93C-E9EF-DAD7-BDE3-8DDAB05CDF9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260599" y="3143935"/>
            <a:ext cx="1707694" cy="1820002"/>
          </a:xfrm>
        </p:spPr>
        <p:txBody>
          <a:bodyPr>
            <a:noAutofit/>
          </a:bodyPr>
          <a:lstStyle>
            <a:lvl1pPr marL="0" indent="0">
              <a:buNone/>
              <a:defRPr kumimoji="0" lang="en-US" sz="1403" b="0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267218" indent="0">
              <a:buNone/>
              <a:defRPr kumimoji="0" lang="en-US" sz="96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534436" indent="0">
              <a:buNone/>
              <a:defRPr kumimoji="0" lang="en-US" sz="96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801654" indent="0">
              <a:buNone/>
              <a:defRPr kumimoji="0" lang="en-US" sz="96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1068873" indent="0">
              <a:buNone/>
              <a:defRPr kumimoji="0" lang="en-US" sz="96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AB64C3FA-E7EC-73CE-DEC9-E0D1DACCC92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400578" y="3143935"/>
            <a:ext cx="1707694" cy="1820002"/>
          </a:xfrm>
        </p:spPr>
        <p:txBody>
          <a:bodyPr>
            <a:noAutofit/>
          </a:bodyPr>
          <a:lstStyle>
            <a:lvl1pPr marL="0" indent="0">
              <a:buNone/>
              <a:defRPr kumimoji="0" lang="en-US" sz="1403" b="0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267218" indent="0">
              <a:buNone/>
              <a:defRPr kumimoji="0" lang="en-US" sz="96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534436" indent="0">
              <a:buNone/>
              <a:defRPr kumimoji="0" lang="en-US" sz="96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801654" indent="0">
              <a:buNone/>
              <a:defRPr kumimoji="0" lang="en-US" sz="96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1068873" indent="0">
              <a:buNone/>
              <a:defRPr kumimoji="0" lang="en-US" sz="96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5">
            <a:extLst>
              <a:ext uri="{FF2B5EF4-FFF2-40B4-BE49-F238E27FC236}">
                <a16:creationId xmlns:a16="http://schemas.microsoft.com/office/drawing/2014/main" id="{1B745795-7EE3-42BF-EDBE-49D4FAD835F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030067" y="5759420"/>
            <a:ext cx="8345303" cy="938439"/>
          </a:xfrm>
        </p:spPr>
        <p:txBody>
          <a:bodyPr>
            <a:noAutofit/>
          </a:bodyPr>
          <a:lstStyle>
            <a:lvl1pPr marL="0" indent="0">
              <a:buNone/>
              <a:defRPr kumimoji="0" lang="en-US" sz="1227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267218" indent="0">
              <a:buNone/>
              <a:defRPr kumimoji="0" lang="en-US" sz="96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534436" indent="0">
              <a:buNone/>
              <a:defRPr kumimoji="0" lang="en-US" sz="96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801654" indent="0">
              <a:buNone/>
              <a:defRPr kumimoji="0" lang="en-US" sz="96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1068873" indent="0">
              <a:buNone/>
              <a:defRPr kumimoji="0" lang="en-US" sz="96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Right Arrow 32">
            <a:extLst>
              <a:ext uri="{FF2B5EF4-FFF2-40B4-BE49-F238E27FC236}">
                <a16:creationId xmlns:a16="http://schemas.microsoft.com/office/drawing/2014/main" id="{0AE76436-839B-BF36-E19E-893653562EA3}"/>
              </a:ext>
            </a:extLst>
          </p:cNvPr>
          <p:cNvSpPr/>
          <p:nvPr userDrawn="1"/>
        </p:nvSpPr>
        <p:spPr>
          <a:xfrm>
            <a:off x="6360011" y="3755905"/>
            <a:ext cx="689799" cy="518196"/>
          </a:xfrm>
          <a:prstGeom prst="rightArrow">
            <a:avLst/>
          </a:prstGeom>
          <a:solidFill>
            <a:schemeClr val="accent1">
              <a:lumMod val="5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2268" tIns="22268" rIns="22268" bIns="22268" numCol="1" spcCol="38100" rtlCol="0" anchor="ctr">
            <a:spAutoFit/>
          </a:bodyPr>
          <a:lstStyle/>
          <a:p>
            <a:pPr marL="0" marR="0" indent="0" algn="ctr" defTabSz="36185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3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CFF0438-821D-3C18-6D61-1BD73A4DC167}"/>
              </a:ext>
            </a:extLst>
          </p:cNvPr>
          <p:cNvSpPr/>
          <p:nvPr userDrawn="1"/>
        </p:nvSpPr>
        <p:spPr>
          <a:xfrm>
            <a:off x="1859399" y="2261146"/>
            <a:ext cx="340094" cy="366824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2268" tIns="22268" rIns="22268" bIns="22268" numCol="1" spcCol="38100" rtlCol="0" anchor="ctr">
            <a:spAutoFit/>
          </a:bodyPr>
          <a:lstStyle/>
          <a:p>
            <a:pPr marL="0" marR="0" indent="0" algn="ctr" defTabSz="36185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403" b="0" i="0" u="none" strike="noStrike" cap="none" spc="0" normalizeH="0" baseline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 Medium"/>
              </a:rPr>
              <a:t>1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BC35716-81E4-A54F-3272-89DAA37CF79D}"/>
              </a:ext>
            </a:extLst>
          </p:cNvPr>
          <p:cNvSpPr/>
          <p:nvPr userDrawn="1"/>
        </p:nvSpPr>
        <p:spPr>
          <a:xfrm>
            <a:off x="4944399" y="2261146"/>
            <a:ext cx="340094" cy="366824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2268" tIns="22268" rIns="22268" bIns="22268" numCol="1" spcCol="38100" rtlCol="0" anchor="ctr">
            <a:spAutoFit/>
          </a:bodyPr>
          <a:lstStyle/>
          <a:p>
            <a:pPr marL="0" marR="0" indent="0" algn="ctr" defTabSz="36185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403" b="0" i="0" u="none" strike="noStrike" cap="none" spc="0" normalizeH="0" baseline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 Medium"/>
              </a:rPr>
              <a:t>2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D587B62-738C-1BE8-E775-FC6EC9D2556E}"/>
              </a:ext>
            </a:extLst>
          </p:cNvPr>
          <p:cNvSpPr/>
          <p:nvPr userDrawn="1"/>
        </p:nvSpPr>
        <p:spPr>
          <a:xfrm>
            <a:off x="8093351" y="2261146"/>
            <a:ext cx="340094" cy="366824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2268" tIns="22268" rIns="22268" bIns="22268" numCol="1" spcCol="38100" rtlCol="0" anchor="ctr">
            <a:spAutoFit/>
          </a:bodyPr>
          <a:lstStyle/>
          <a:p>
            <a:pPr marL="0" marR="0" indent="0" algn="ctr" defTabSz="36185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403" b="0" i="0" u="none" strike="noStrike" cap="none" spc="0" normalizeH="0" baseline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 Medium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802426930"/>
      </p:ext>
    </p:extLst>
  </p:cSld>
  <p:clrMapOvr>
    <a:masterClrMapping/>
  </p:clrMapOvr>
  <p:transition spd="med"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95F33489-AE64-A520-339D-37FA55DCDDCD}"/>
              </a:ext>
            </a:extLst>
          </p:cNvPr>
          <p:cNvSpPr/>
          <p:nvPr userDrawn="1"/>
        </p:nvSpPr>
        <p:spPr>
          <a:xfrm>
            <a:off x="-6074" y="1301470"/>
            <a:ext cx="10694712" cy="6305781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31315" tIns="31315" rIns="31315" bIns="31315" anchor="ctr"/>
          <a:lstStyle/>
          <a:p>
            <a:pPr defTabSz="360119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315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grpSp>
        <p:nvGrpSpPr>
          <p:cNvPr id="152" name="Group"/>
          <p:cNvGrpSpPr/>
          <p:nvPr/>
        </p:nvGrpSpPr>
        <p:grpSpPr>
          <a:xfrm>
            <a:off x="331680" y="-2133"/>
            <a:ext cx="1220317" cy="1110592"/>
            <a:chOff x="-2864397" y="0"/>
            <a:chExt cx="2783907" cy="2014171"/>
          </a:xfrm>
        </p:grpSpPr>
        <p:pic>
          <p:nvPicPr>
            <p:cNvPr id="149" name="Image" descr="Image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0" name="Image" descr="Image"/>
            <p:cNvPicPr>
              <a:picLocks noChangeAspect="1"/>
            </p:cNvPicPr>
            <p:nvPr/>
          </p:nvPicPr>
          <p:blipFill>
            <a:blip r:embed="rId3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1" name="Image" descr="Image"/>
            <p:cNvPicPr>
              <a:picLocks noChangeAspect="1"/>
            </p:cNvPicPr>
            <p:nvPr/>
          </p:nvPicPr>
          <p:blipFill>
            <a:blip r:embed="rId3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0063" y="1031739"/>
            <a:ext cx="6450517" cy="281857"/>
          </a:xfrm>
        </p:spPr>
        <p:txBody>
          <a:bodyPr>
            <a:normAutofit/>
          </a:bodyPr>
          <a:lstStyle>
            <a:lvl1pPr>
              <a:defRPr kumimoji="0" lang="en-US" sz="1666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50062" y="1334212"/>
            <a:ext cx="4282151" cy="443066"/>
          </a:xfrm>
        </p:spPr>
        <p:txBody>
          <a:bodyPr/>
          <a:lstStyle>
            <a:lvl1pPr marL="0" indent="0">
              <a:buNone/>
              <a:defRPr kumimoji="0" lang="en-US" sz="1403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/>
              <a:t>SUB TITLE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F4A212B9-DBD9-E746-BAFB-9234B89096E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50062" y="3615412"/>
            <a:ext cx="4282165" cy="3074329"/>
          </a:xfrm>
        </p:spPr>
        <p:txBody>
          <a:bodyPr>
            <a:noAutofit/>
          </a:bodyPr>
          <a:lstStyle>
            <a:lvl1pPr marL="0" indent="0">
              <a:buNone/>
              <a:defRPr kumimoji="0" lang="en-US" sz="114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267218" indent="0">
              <a:buNone/>
              <a:defRPr kumimoji="0" lang="en-US" sz="96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534436" indent="0">
              <a:buNone/>
              <a:defRPr kumimoji="0" lang="en-US" sz="96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801654" indent="0">
              <a:buNone/>
              <a:defRPr kumimoji="0" lang="en-US" sz="96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1068873" indent="0">
              <a:buNone/>
              <a:defRPr kumimoji="0" lang="en-US" sz="96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Picture Placeholder 3">
            <a:extLst>
              <a:ext uri="{FF2B5EF4-FFF2-40B4-BE49-F238E27FC236}">
                <a16:creationId xmlns:a16="http://schemas.microsoft.com/office/drawing/2014/main" id="{199BEEEC-0D44-544B-A30D-8F854BF4A1E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409164" y="2321695"/>
            <a:ext cx="3988539" cy="4368047"/>
          </a:xfrm>
        </p:spPr>
        <p:txBody>
          <a:bodyPr/>
          <a:lstStyle>
            <a:lvl1pPr marL="0" indent="0">
              <a:buNone/>
              <a:defRPr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13C6146-DC72-7FB3-6375-B120A24C107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49870" y="2321375"/>
            <a:ext cx="4282151" cy="1124344"/>
          </a:xfrm>
        </p:spPr>
        <p:txBody>
          <a:bodyPr>
            <a:normAutofit/>
          </a:bodyPr>
          <a:lstStyle>
            <a:lvl1pPr marL="0" indent="0">
              <a:buNone/>
              <a:defRPr sz="1929">
                <a:solidFill>
                  <a:schemeClr val="bg1"/>
                </a:solidFill>
              </a:defRPr>
            </a:lvl1pPr>
            <a:lvl5pPr marL="1068873" indent="0" algn="l">
              <a:buFont typeface="Arial" panose="020B0604020202020204" pitchFamily="34" charset="0"/>
              <a:buNone/>
              <a:defRPr sz="1929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3902760215"/>
      </p:ext>
    </p:extLst>
  </p:cSld>
  <p:clrMapOvr>
    <a:masterClrMapping/>
  </p:clrMapOvr>
  <p:transition spd="med"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28F252AD-5DE4-7070-6059-31CB6E8E15CC}"/>
              </a:ext>
            </a:extLst>
          </p:cNvPr>
          <p:cNvSpPr/>
          <p:nvPr userDrawn="1"/>
        </p:nvSpPr>
        <p:spPr>
          <a:xfrm>
            <a:off x="-6074" y="1301470"/>
            <a:ext cx="10694712" cy="6305781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31315" tIns="31315" rIns="31315" bIns="31315" anchor="ctr"/>
          <a:lstStyle/>
          <a:p>
            <a:pPr defTabSz="360119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315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grpSp>
        <p:nvGrpSpPr>
          <p:cNvPr id="152" name="Group"/>
          <p:cNvGrpSpPr/>
          <p:nvPr/>
        </p:nvGrpSpPr>
        <p:grpSpPr>
          <a:xfrm>
            <a:off x="331680" y="-2133"/>
            <a:ext cx="1220317" cy="1110592"/>
            <a:chOff x="-2864397" y="0"/>
            <a:chExt cx="2783907" cy="2014171"/>
          </a:xfrm>
        </p:grpSpPr>
        <p:pic>
          <p:nvPicPr>
            <p:cNvPr id="149" name="Image" descr="Image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0" name="Image" descr="Image"/>
            <p:cNvPicPr>
              <a:picLocks noChangeAspect="1"/>
            </p:cNvPicPr>
            <p:nvPr/>
          </p:nvPicPr>
          <p:blipFill>
            <a:blip r:embed="rId3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1" name="Image" descr="Image"/>
            <p:cNvPicPr>
              <a:picLocks noChangeAspect="1"/>
            </p:cNvPicPr>
            <p:nvPr/>
          </p:nvPicPr>
          <p:blipFill>
            <a:blip r:embed="rId3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0063" y="1031739"/>
            <a:ext cx="6450517" cy="281857"/>
          </a:xfrm>
        </p:spPr>
        <p:txBody>
          <a:bodyPr>
            <a:normAutofit/>
          </a:bodyPr>
          <a:lstStyle>
            <a:lvl1pPr>
              <a:defRPr kumimoji="0" lang="en-US" sz="1666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50062" y="1334212"/>
            <a:ext cx="4282151" cy="443066"/>
          </a:xfrm>
        </p:spPr>
        <p:txBody>
          <a:bodyPr/>
          <a:lstStyle>
            <a:lvl1pPr marL="0" indent="0">
              <a:buNone/>
              <a:defRPr kumimoji="0" lang="en-US" sz="1403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/>
              <a:t>SUB TITLE</a:t>
            </a:r>
          </a:p>
        </p:txBody>
      </p:sp>
      <p:sp>
        <p:nvSpPr>
          <p:cNvPr id="4" name="Or 3">
            <a:extLst>
              <a:ext uri="{FF2B5EF4-FFF2-40B4-BE49-F238E27FC236}">
                <a16:creationId xmlns:a16="http://schemas.microsoft.com/office/drawing/2014/main" id="{E68A1B27-C10C-399D-6C52-E0B8F062FF6D}"/>
              </a:ext>
            </a:extLst>
          </p:cNvPr>
          <p:cNvSpPr/>
          <p:nvPr userDrawn="1"/>
        </p:nvSpPr>
        <p:spPr>
          <a:xfrm>
            <a:off x="3279403" y="4384547"/>
            <a:ext cx="4008239" cy="366824"/>
          </a:xfrm>
          <a:prstGeom prst="flowChartOr">
            <a:avLst/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2268" tIns="22268" rIns="22268" bIns="22268" numCol="1" spcCol="38100" rtlCol="0" anchor="ctr">
            <a:spAutoFit/>
          </a:bodyPr>
          <a:lstStyle/>
          <a:p>
            <a:pPr marL="0" marR="0" indent="0" algn="ctr" defTabSz="36185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3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AE1FE12-D6E7-CC76-3FE4-BC8F0EC78DF0}"/>
              </a:ext>
            </a:extLst>
          </p:cNvPr>
          <p:cNvCxnSpPr>
            <a:cxnSpLocks/>
            <a:stCxn id="4" idx="0"/>
          </p:cNvCxnSpPr>
          <p:nvPr userDrawn="1"/>
        </p:nvCxnSpPr>
        <p:spPr>
          <a:xfrm>
            <a:off x="5283523" y="4384547"/>
            <a:ext cx="9686" cy="2704363"/>
          </a:xfrm>
          <a:prstGeom prst="line">
            <a:avLst/>
          </a:prstGeom>
          <a:noFill/>
          <a:ln w="76200" cap="flat">
            <a:solidFill>
              <a:srgbClr val="314F93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945EE12-0322-D3C6-8589-1B9554503365}"/>
              </a:ext>
            </a:extLst>
          </p:cNvPr>
          <p:cNvCxnSpPr>
            <a:cxnSpLocks/>
            <a:endCxn id="4" idx="2"/>
          </p:cNvCxnSpPr>
          <p:nvPr userDrawn="1"/>
        </p:nvCxnSpPr>
        <p:spPr>
          <a:xfrm flipH="1">
            <a:off x="3279403" y="4567959"/>
            <a:ext cx="4008239" cy="0"/>
          </a:xfrm>
          <a:prstGeom prst="line">
            <a:avLst/>
          </a:prstGeom>
          <a:noFill/>
          <a:ln w="76200" cap="flat">
            <a:solidFill>
              <a:srgbClr val="314F93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B267469-4390-8C92-5D06-4DA338A102E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49870" y="2215882"/>
            <a:ext cx="2053181" cy="1985000"/>
          </a:xfrm>
        </p:spPr>
        <p:txBody>
          <a:bodyPr>
            <a:normAutofit/>
          </a:bodyPr>
          <a:lstStyle>
            <a:lvl1pPr marL="0" indent="0">
              <a:buNone/>
              <a:defRPr sz="1227">
                <a:solidFill>
                  <a:schemeClr val="bg1"/>
                </a:solidFill>
              </a:defRPr>
            </a:lvl1pPr>
            <a:lvl5pPr marL="1068873" indent="0">
              <a:buNone/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5" name="Text Placeholder 15">
            <a:extLst>
              <a:ext uri="{FF2B5EF4-FFF2-40B4-BE49-F238E27FC236}">
                <a16:creationId xmlns:a16="http://schemas.microsoft.com/office/drawing/2014/main" id="{FC4F9637-2BA1-E3F7-1599-2295EF076CC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531735" y="4022280"/>
            <a:ext cx="1663701" cy="414238"/>
          </a:xfrm>
        </p:spPr>
        <p:txBody>
          <a:bodyPr>
            <a:normAutofit/>
          </a:bodyPr>
          <a:lstStyle>
            <a:lvl1pPr marL="0" indent="0" algn="ctr">
              <a:buNone/>
              <a:defRPr sz="1227">
                <a:solidFill>
                  <a:srgbClr val="002060"/>
                </a:solidFill>
              </a:defRPr>
            </a:lvl1pPr>
            <a:lvl5pPr marL="1068873" indent="0">
              <a:buNone/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6" name="Text Placeholder 15">
            <a:extLst>
              <a:ext uri="{FF2B5EF4-FFF2-40B4-BE49-F238E27FC236}">
                <a16:creationId xmlns:a16="http://schemas.microsoft.com/office/drawing/2014/main" id="{47270689-CD03-86EE-AD4E-701F61CD37A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531735" y="4751492"/>
            <a:ext cx="1663701" cy="414238"/>
          </a:xfrm>
        </p:spPr>
        <p:txBody>
          <a:bodyPr>
            <a:normAutofit/>
          </a:bodyPr>
          <a:lstStyle>
            <a:lvl1pPr marL="0" indent="0" algn="ctr">
              <a:buNone/>
              <a:defRPr sz="1227">
                <a:solidFill>
                  <a:srgbClr val="002060"/>
                </a:solidFill>
              </a:defRPr>
            </a:lvl1pPr>
            <a:lvl5pPr marL="1068873" indent="0">
              <a:buNone/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8" name="Text Placeholder 15">
            <a:extLst>
              <a:ext uri="{FF2B5EF4-FFF2-40B4-BE49-F238E27FC236}">
                <a16:creationId xmlns:a16="http://schemas.microsoft.com/office/drawing/2014/main" id="{B5939A4B-8504-2C32-E90E-9DA4843EF0E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20478" y="4024202"/>
            <a:ext cx="1663701" cy="414238"/>
          </a:xfrm>
        </p:spPr>
        <p:txBody>
          <a:bodyPr>
            <a:normAutofit/>
          </a:bodyPr>
          <a:lstStyle>
            <a:lvl1pPr marL="0" indent="0" algn="ctr">
              <a:buNone/>
              <a:defRPr sz="1227">
                <a:solidFill>
                  <a:srgbClr val="002060"/>
                </a:solidFill>
              </a:defRPr>
            </a:lvl1pPr>
            <a:lvl5pPr marL="1068873" indent="0">
              <a:buNone/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9" name="Text Placeholder 15">
            <a:extLst>
              <a:ext uri="{FF2B5EF4-FFF2-40B4-BE49-F238E27FC236}">
                <a16:creationId xmlns:a16="http://schemas.microsoft.com/office/drawing/2014/main" id="{44D6C0A8-7DC7-6F84-E472-8E0CA423C51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447768" y="4739680"/>
            <a:ext cx="1663701" cy="414238"/>
          </a:xfrm>
        </p:spPr>
        <p:txBody>
          <a:bodyPr>
            <a:normAutofit/>
          </a:bodyPr>
          <a:lstStyle>
            <a:lvl1pPr marL="0" indent="0" algn="ctr">
              <a:buNone/>
              <a:defRPr sz="1227">
                <a:solidFill>
                  <a:srgbClr val="002060"/>
                </a:solidFill>
              </a:defRPr>
            </a:lvl1pPr>
            <a:lvl5pPr marL="1068873" indent="0">
              <a:buNone/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0" name="Text Placeholder 15">
            <a:extLst>
              <a:ext uri="{FF2B5EF4-FFF2-40B4-BE49-F238E27FC236}">
                <a16:creationId xmlns:a16="http://schemas.microsoft.com/office/drawing/2014/main" id="{F6BCDD7A-9667-FF15-DEDB-20C0D431E0A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49870" y="4928691"/>
            <a:ext cx="2053181" cy="1985000"/>
          </a:xfrm>
        </p:spPr>
        <p:txBody>
          <a:bodyPr>
            <a:normAutofit/>
          </a:bodyPr>
          <a:lstStyle>
            <a:lvl1pPr marL="0" indent="0">
              <a:buNone/>
              <a:defRPr sz="1227">
                <a:solidFill>
                  <a:schemeClr val="bg1"/>
                </a:solidFill>
              </a:defRPr>
            </a:lvl1pPr>
            <a:lvl5pPr marL="1068873" indent="0">
              <a:buNone/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1" name="Text Placeholder 15">
            <a:extLst>
              <a:ext uri="{FF2B5EF4-FFF2-40B4-BE49-F238E27FC236}">
                <a16:creationId xmlns:a16="http://schemas.microsoft.com/office/drawing/2014/main" id="{6ADBE3FB-D313-E2BC-715C-D8600CF8BD2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563993" y="2215882"/>
            <a:ext cx="2053181" cy="1985000"/>
          </a:xfrm>
        </p:spPr>
        <p:txBody>
          <a:bodyPr>
            <a:normAutofit/>
          </a:bodyPr>
          <a:lstStyle>
            <a:lvl1pPr marL="0" indent="0">
              <a:buNone/>
              <a:defRPr sz="1227">
                <a:solidFill>
                  <a:schemeClr val="bg1"/>
                </a:solidFill>
              </a:defRPr>
            </a:lvl1pPr>
            <a:lvl5pPr marL="1068873" indent="0">
              <a:buNone/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2" name="Text Placeholder 15">
            <a:extLst>
              <a:ext uri="{FF2B5EF4-FFF2-40B4-BE49-F238E27FC236}">
                <a16:creationId xmlns:a16="http://schemas.microsoft.com/office/drawing/2014/main" id="{A79FD328-17AF-2BB2-5730-3D5CA0EE970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563993" y="4928691"/>
            <a:ext cx="2053181" cy="1985000"/>
          </a:xfrm>
        </p:spPr>
        <p:txBody>
          <a:bodyPr>
            <a:normAutofit/>
          </a:bodyPr>
          <a:lstStyle>
            <a:lvl1pPr marL="0" indent="0">
              <a:buNone/>
              <a:defRPr sz="1227">
                <a:solidFill>
                  <a:schemeClr val="bg1"/>
                </a:solidFill>
              </a:defRPr>
            </a:lvl1pPr>
            <a:lvl5pPr marL="1068873" indent="0">
              <a:buNone/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  <p:pic>
        <p:nvPicPr>
          <p:cNvPr id="20" name="Graphic 19" descr="Artificial Intelligence with solid fill">
            <a:extLst>
              <a:ext uri="{FF2B5EF4-FFF2-40B4-BE49-F238E27FC236}">
                <a16:creationId xmlns:a16="http://schemas.microsoft.com/office/drawing/2014/main" id="{717E632E-7C2D-8BE2-BA0D-FBA56ED592A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088967" y="2756902"/>
            <a:ext cx="849053" cy="1068011"/>
          </a:xfrm>
          <a:prstGeom prst="rect">
            <a:avLst/>
          </a:prstGeom>
        </p:spPr>
      </p:pic>
      <p:pic>
        <p:nvPicPr>
          <p:cNvPr id="22" name="Graphic 21" descr="Atom with solid fill">
            <a:extLst>
              <a:ext uri="{FF2B5EF4-FFF2-40B4-BE49-F238E27FC236}">
                <a16:creationId xmlns:a16="http://schemas.microsoft.com/office/drawing/2014/main" id="{CCE4C43E-15B3-15EB-CF11-EB3378A3CEF1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627069" y="2739686"/>
            <a:ext cx="858603" cy="1080023"/>
          </a:xfrm>
          <a:prstGeom prst="rect">
            <a:avLst/>
          </a:prstGeom>
        </p:spPr>
      </p:pic>
      <p:pic>
        <p:nvPicPr>
          <p:cNvPr id="24" name="Graphic 23" descr="Bar chart with solid fill">
            <a:extLst>
              <a:ext uri="{FF2B5EF4-FFF2-40B4-BE49-F238E27FC236}">
                <a16:creationId xmlns:a16="http://schemas.microsoft.com/office/drawing/2014/main" id="{0445AAA4-0C9A-80AB-86CE-F91A16FFC29C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166104" y="5357027"/>
            <a:ext cx="743615" cy="935382"/>
          </a:xfrm>
          <a:prstGeom prst="rect">
            <a:avLst/>
          </a:prstGeom>
        </p:spPr>
      </p:pic>
      <p:pic>
        <p:nvPicPr>
          <p:cNvPr id="35" name="Graphic 34" descr="Blockchain with solid fill">
            <a:extLst>
              <a:ext uri="{FF2B5EF4-FFF2-40B4-BE49-F238E27FC236}">
                <a16:creationId xmlns:a16="http://schemas.microsoft.com/office/drawing/2014/main" id="{CB7D00AA-1C33-1508-6057-E10BDF964F0D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627070" y="5354990"/>
            <a:ext cx="745235" cy="937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5764665"/>
      </p:ext>
    </p:extLst>
  </p:cSld>
  <p:clrMapOvr>
    <a:masterClrMapping/>
  </p:clrMapOvr>
  <p:transition spd="med"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F55631E8-C878-10B3-37B6-B446CE8244F9}"/>
              </a:ext>
            </a:extLst>
          </p:cNvPr>
          <p:cNvSpPr/>
          <p:nvPr userDrawn="1"/>
        </p:nvSpPr>
        <p:spPr>
          <a:xfrm>
            <a:off x="-6074" y="1301470"/>
            <a:ext cx="10694712" cy="6305781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31315" tIns="31315" rIns="31315" bIns="31315" anchor="ctr"/>
          <a:lstStyle/>
          <a:p>
            <a:pPr defTabSz="360119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315" b="0" i="0">
              <a:latin typeface="OCRB" panose="020F0502020204030204" pitchFamily="34" charset="0"/>
              <a:ea typeface="Open Sans Light" pitchFamily="2" charset="0"/>
              <a:cs typeface="OCRB" panose="020F0502020204030204" pitchFamily="34" charset="0"/>
            </a:endParaRPr>
          </a:p>
        </p:txBody>
      </p:sp>
      <p:grpSp>
        <p:nvGrpSpPr>
          <p:cNvPr id="152" name="Group"/>
          <p:cNvGrpSpPr/>
          <p:nvPr/>
        </p:nvGrpSpPr>
        <p:grpSpPr>
          <a:xfrm>
            <a:off x="331680" y="-2133"/>
            <a:ext cx="1220317" cy="1110592"/>
            <a:chOff x="-2864397" y="0"/>
            <a:chExt cx="2783907" cy="2014171"/>
          </a:xfrm>
        </p:grpSpPr>
        <p:pic>
          <p:nvPicPr>
            <p:cNvPr id="149" name="Image" descr="Image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0" name="Image" descr="Image"/>
            <p:cNvPicPr>
              <a:picLocks noChangeAspect="1"/>
            </p:cNvPicPr>
            <p:nvPr/>
          </p:nvPicPr>
          <p:blipFill>
            <a:blip r:embed="rId3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1" name="Image" descr="Image"/>
            <p:cNvPicPr>
              <a:picLocks noChangeAspect="1"/>
            </p:cNvPicPr>
            <p:nvPr/>
          </p:nvPicPr>
          <p:blipFill>
            <a:blip r:embed="rId3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0063" y="1031739"/>
            <a:ext cx="6450517" cy="281857"/>
          </a:xfrm>
        </p:spPr>
        <p:txBody>
          <a:bodyPr>
            <a:normAutofit/>
          </a:bodyPr>
          <a:lstStyle>
            <a:lvl1pPr>
              <a:defRPr kumimoji="0" lang="en-US" sz="1666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50062" y="1334212"/>
            <a:ext cx="4282151" cy="443066"/>
          </a:xfrm>
        </p:spPr>
        <p:txBody>
          <a:bodyPr/>
          <a:lstStyle>
            <a:lvl1pPr marL="0" indent="0">
              <a:buNone/>
              <a:defRPr kumimoji="0" lang="en-US" sz="1403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/>
              <a:t>SUB TITLE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B267469-4390-8C92-5D06-4DA338A102E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49870" y="2398404"/>
            <a:ext cx="5302984" cy="1909161"/>
          </a:xfrm>
        </p:spPr>
        <p:txBody>
          <a:bodyPr>
            <a:normAutofit/>
          </a:bodyPr>
          <a:lstStyle>
            <a:lvl1pPr marL="0" indent="0">
              <a:buNone/>
              <a:defRPr sz="1753">
                <a:solidFill>
                  <a:schemeClr val="bg1"/>
                </a:solidFill>
              </a:defRPr>
            </a:lvl1pPr>
            <a:lvl5pPr marL="1068873" indent="0">
              <a:buNone/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0" name="Text Placeholder 15">
            <a:extLst>
              <a:ext uri="{FF2B5EF4-FFF2-40B4-BE49-F238E27FC236}">
                <a16:creationId xmlns:a16="http://schemas.microsoft.com/office/drawing/2014/main" id="{F6BCDD7A-9667-FF15-DEDB-20C0D431E0A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49870" y="4928692"/>
            <a:ext cx="8696626" cy="2027039"/>
          </a:xfrm>
        </p:spPr>
        <p:txBody>
          <a:bodyPr>
            <a:normAutofit/>
          </a:bodyPr>
          <a:lstStyle>
            <a:lvl1pPr marL="0" indent="0">
              <a:buNone/>
              <a:defRPr sz="1578">
                <a:solidFill>
                  <a:schemeClr val="bg1"/>
                </a:solidFill>
              </a:defRPr>
            </a:lvl1pPr>
            <a:lvl5pPr marL="1068873" indent="0">
              <a:buNone/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  <p:pic>
        <p:nvPicPr>
          <p:cNvPr id="5" name="Graphic 4" descr="Checklist with solid fill">
            <a:extLst>
              <a:ext uri="{FF2B5EF4-FFF2-40B4-BE49-F238E27FC236}">
                <a16:creationId xmlns:a16="http://schemas.microsoft.com/office/drawing/2014/main" id="{EEEA3E7D-43D1-BB41-8C28-FEDBD7273D0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80399" y="2382064"/>
            <a:ext cx="1549853" cy="1949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5785360"/>
      </p:ext>
    </p:extLst>
  </p:cSld>
  <p:clrMapOvr>
    <a:masterClrMapping/>
  </p:clrMapOvr>
  <p:transition spd="med"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">
            <a:extLst>
              <a:ext uri="{FF2B5EF4-FFF2-40B4-BE49-F238E27FC236}">
                <a16:creationId xmlns:a16="http://schemas.microsoft.com/office/drawing/2014/main" id="{57D6C136-B186-B244-9E34-B1B3CC503956}"/>
              </a:ext>
            </a:extLst>
          </p:cNvPr>
          <p:cNvSpPr/>
          <p:nvPr userDrawn="1"/>
        </p:nvSpPr>
        <p:spPr>
          <a:xfrm>
            <a:off x="0" y="1301470"/>
            <a:ext cx="10688638" cy="6305781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31315" tIns="31315" rIns="31315" bIns="31315" anchor="ctr"/>
          <a:lstStyle/>
          <a:p>
            <a:pPr defTabSz="360119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315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grpSp>
        <p:nvGrpSpPr>
          <p:cNvPr id="152" name="Group"/>
          <p:cNvGrpSpPr/>
          <p:nvPr/>
        </p:nvGrpSpPr>
        <p:grpSpPr>
          <a:xfrm>
            <a:off x="331680" y="-2133"/>
            <a:ext cx="1220317" cy="1110592"/>
            <a:chOff x="-2864397" y="0"/>
            <a:chExt cx="2783907" cy="2014171"/>
          </a:xfrm>
        </p:grpSpPr>
        <p:pic>
          <p:nvPicPr>
            <p:cNvPr id="149" name="Image" descr="Image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0" name="Image" descr="Image"/>
            <p:cNvPicPr>
              <a:picLocks noChangeAspect="1"/>
            </p:cNvPicPr>
            <p:nvPr/>
          </p:nvPicPr>
          <p:blipFill>
            <a:blip r:embed="rId3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1" name="Image" descr="Image"/>
            <p:cNvPicPr>
              <a:picLocks noChangeAspect="1"/>
            </p:cNvPicPr>
            <p:nvPr/>
          </p:nvPicPr>
          <p:blipFill>
            <a:blip r:embed="rId3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0063" y="1031739"/>
            <a:ext cx="6450517" cy="281857"/>
          </a:xfrm>
        </p:spPr>
        <p:txBody>
          <a:bodyPr>
            <a:normAutofit/>
          </a:bodyPr>
          <a:lstStyle>
            <a:lvl1pPr>
              <a:defRPr kumimoji="0" lang="en-US" sz="1666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50062" y="1334212"/>
            <a:ext cx="4282151" cy="443066"/>
          </a:xfrm>
        </p:spPr>
        <p:txBody>
          <a:bodyPr/>
          <a:lstStyle>
            <a:lvl1pPr marL="0" indent="0">
              <a:buNone/>
              <a:defRPr kumimoji="0" lang="en-US" sz="1403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/>
              <a:t>SUB TITLE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0C2D7F5C-BD73-5445-9E3A-82A31E22F6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392518" y="6033751"/>
            <a:ext cx="3736122" cy="796673"/>
          </a:xfrm>
        </p:spPr>
        <p:txBody>
          <a:bodyPr>
            <a:noAutofit/>
          </a:bodyPr>
          <a:lstStyle>
            <a:lvl1pPr marL="0" indent="0">
              <a:buNone/>
              <a:defRPr kumimoji="0" lang="en-US" sz="96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267218" indent="0">
              <a:buNone/>
              <a:defRPr kumimoji="0" lang="en-US" sz="96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534436" indent="0">
              <a:buNone/>
              <a:defRPr kumimoji="0" lang="en-US" sz="96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801654" indent="0">
              <a:buNone/>
              <a:defRPr kumimoji="0" lang="en-US" sz="96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1068873" indent="0">
              <a:buNone/>
              <a:defRPr kumimoji="0" lang="en-US" sz="96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25FCA52D-C087-3347-A5F3-54D623B2115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559999" y="6050083"/>
            <a:ext cx="3736122" cy="796673"/>
          </a:xfrm>
        </p:spPr>
        <p:txBody>
          <a:bodyPr>
            <a:noAutofit/>
          </a:bodyPr>
          <a:lstStyle>
            <a:lvl1pPr marL="0" indent="0">
              <a:buNone/>
              <a:defRPr kumimoji="0" lang="en-US" sz="96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267218" indent="0">
              <a:buNone/>
              <a:defRPr kumimoji="0" lang="en-US" sz="96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534436" indent="0">
              <a:buNone/>
              <a:defRPr kumimoji="0" lang="en-US" sz="96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801654" indent="0">
              <a:buNone/>
              <a:defRPr kumimoji="0" lang="en-US" sz="96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1068873" indent="0">
              <a:buNone/>
              <a:defRPr kumimoji="0" lang="en-US" sz="96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Picture Placeholder 3">
            <a:extLst>
              <a:ext uri="{FF2B5EF4-FFF2-40B4-BE49-F238E27FC236}">
                <a16:creationId xmlns:a16="http://schemas.microsoft.com/office/drawing/2014/main" id="{3520A367-5826-4047-8F6E-21433679533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392518" y="2526470"/>
            <a:ext cx="3736122" cy="3063505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4" name="Picture Placeholder 3">
            <a:extLst>
              <a:ext uri="{FF2B5EF4-FFF2-40B4-BE49-F238E27FC236}">
                <a16:creationId xmlns:a16="http://schemas.microsoft.com/office/drawing/2014/main" id="{09A473F0-3B7E-704A-AA89-F4277FCB997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559999" y="2526470"/>
            <a:ext cx="3736122" cy="3075351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619437987"/>
      </p:ext>
    </p:extLst>
  </p:cSld>
  <p:clrMapOvr>
    <a:masterClrMapping/>
  </p:clrMapOvr>
  <p:transition spd="med"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450F1BD6-0F15-C34E-9F74-50970B5378D2}"/>
              </a:ext>
            </a:extLst>
          </p:cNvPr>
          <p:cNvSpPr/>
          <p:nvPr userDrawn="1"/>
        </p:nvSpPr>
        <p:spPr>
          <a:xfrm>
            <a:off x="0" y="1301470"/>
            <a:ext cx="10688638" cy="6305781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31315" tIns="31315" rIns="31315" bIns="31315" anchor="ctr"/>
          <a:lstStyle/>
          <a:p>
            <a:pPr defTabSz="360119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315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grpSp>
        <p:nvGrpSpPr>
          <p:cNvPr id="152" name="Group"/>
          <p:cNvGrpSpPr/>
          <p:nvPr/>
        </p:nvGrpSpPr>
        <p:grpSpPr>
          <a:xfrm>
            <a:off x="331680" y="-2133"/>
            <a:ext cx="1220317" cy="1110592"/>
            <a:chOff x="-2864397" y="0"/>
            <a:chExt cx="2783907" cy="2014171"/>
          </a:xfrm>
        </p:grpSpPr>
        <p:pic>
          <p:nvPicPr>
            <p:cNvPr id="149" name="Image" descr="Image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0" name="Image" descr="Image"/>
            <p:cNvPicPr>
              <a:picLocks noChangeAspect="1"/>
            </p:cNvPicPr>
            <p:nvPr/>
          </p:nvPicPr>
          <p:blipFill>
            <a:blip r:embed="rId3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1" name="Image" descr="Image"/>
            <p:cNvPicPr>
              <a:picLocks noChangeAspect="1"/>
            </p:cNvPicPr>
            <p:nvPr/>
          </p:nvPicPr>
          <p:blipFill>
            <a:blip r:embed="rId3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0063" y="1031739"/>
            <a:ext cx="6450517" cy="281857"/>
          </a:xfrm>
        </p:spPr>
        <p:txBody>
          <a:bodyPr>
            <a:normAutofit/>
          </a:bodyPr>
          <a:lstStyle>
            <a:lvl1pPr>
              <a:defRPr kumimoji="0" lang="en-US" sz="1666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50062" y="1334212"/>
            <a:ext cx="4282151" cy="443066"/>
          </a:xfrm>
        </p:spPr>
        <p:txBody>
          <a:bodyPr/>
          <a:lstStyle>
            <a:lvl1pPr marL="0" indent="0">
              <a:buNone/>
              <a:defRPr kumimoji="0" lang="en-US" sz="1403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/>
              <a:t>SUB TITLE</a:t>
            </a:r>
          </a:p>
        </p:txBody>
      </p:sp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64D80AC6-9CFD-09B5-1CEF-F695884CCD02}"/>
              </a:ext>
            </a:extLst>
          </p:cNvPr>
          <p:cNvSpPr>
            <a:spLocks noGrp="1"/>
          </p:cNvSpPr>
          <p:nvPr>
            <p:ph type="chart" sz="quarter" idx="11" hasCustomPrompt="1"/>
          </p:nvPr>
        </p:nvSpPr>
        <p:spPr>
          <a:xfrm>
            <a:off x="5023521" y="2184823"/>
            <a:ext cx="5312309" cy="5008638"/>
          </a:xfrm>
        </p:spPr>
        <p:txBody>
          <a:bodyPr>
            <a:normAutofit/>
          </a:bodyPr>
          <a:lstStyle>
            <a:lvl1pPr marL="0" indent="0">
              <a:buNone/>
              <a:defRPr sz="1753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insert chart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EA6CC15-DCB9-9ABD-A03B-8B586BD05B1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710461" y="2184824"/>
            <a:ext cx="3072983" cy="2237564"/>
          </a:xfrm>
        </p:spPr>
        <p:txBody>
          <a:bodyPr>
            <a:normAutofit/>
          </a:bodyPr>
          <a:lstStyle>
            <a:lvl1pPr marL="0" indent="0">
              <a:buNone/>
              <a:defRPr sz="1578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9" name="Graphic 8" descr="Blockchain with solid fill">
            <a:extLst>
              <a:ext uri="{FF2B5EF4-FFF2-40B4-BE49-F238E27FC236}">
                <a16:creationId xmlns:a16="http://schemas.microsoft.com/office/drawing/2014/main" id="{C6F9FEE2-3F55-6EBA-4F92-F43ABD638BA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36768" y="2184824"/>
            <a:ext cx="615229" cy="773886"/>
          </a:xfrm>
          <a:prstGeom prst="rect">
            <a:avLst/>
          </a:prstGeom>
        </p:spPr>
      </p:pic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8597BD3B-4478-8A1D-BD26-1D9EFAA7FCF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710461" y="4886069"/>
            <a:ext cx="3072983" cy="2237564"/>
          </a:xfrm>
        </p:spPr>
        <p:txBody>
          <a:bodyPr>
            <a:normAutofit/>
          </a:bodyPr>
          <a:lstStyle>
            <a:lvl1pPr marL="0" indent="0">
              <a:buNone/>
              <a:defRPr sz="1578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1" name="Graphic 10" descr="Bullseye with solid fill">
            <a:extLst>
              <a:ext uri="{FF2B5EF4-FFF2-40B4-BE49-F238E27FC236}">
                <a16:creationId xmlns:a16="http://schemas.microsoft.com/office/drawing/2014/main" id="{D6B829BF-9E0D-0105-F75C-8DDD429EFC01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02547" y="4768822"/>
            <a:ext cx="615229" cy="773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4272171"/>
      </p:ext>
    </p:extLst>
  </p:cSld>
  <p:clrMapOvr>
    <a:masterClrMapping/>
  </p:clrMapOvr>
  <p:transition spd="med"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6D051288-6E3E-A95D-1377-4372C7DC1C4F}"/>
              </a:ext>
            </a:extLst>
          </p:cNvPr>
          <p:cNvSpPr/>
          <p:nvPr userDrawn="1"/>
        </p:nvSpPr>
        <p:spPr>
          <a:xfrm>
            <a:off x="0" y="1301470"/>
            <a:ext cx="10688638" cy="6305781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31315" tIns="31315" rIns="31315" bIns="31315" anchor="ctr"/>
          <a:lstStyle/>
          <a:p>
            <a:pPr defTabSz="360119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315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grpSp>
        <p:nvGrpSpPr>
          <p:cNvPr id="152" name="Group"/>
          <p:cNvGrpSpPr/>
          <p:nvPr/>
        </p:nvGrpSpPr>
        <p:grpSpPr>
          <a:xfrm>
            <a:off x="331680" y="-2133"/>
            <a:ext cx="1220317" cy="1110592"/>
            <a:chOff x="-2864397" y="0"/>
            <a:chExt cx="2783907" cy="2014171"/>
          </a:xfrm>
        </p:grpSpPr>
        <p:pic>
          <p:nvPicPr>
            <p:cNvPr id="149" name="Image" descr="Image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0" name="Image" descr="Image"/>
            <p:cNvPicPr>
              <a:picLocks noChangeAspect="1"/>
            </p:cNvPicPr>
            <p:nvPr/>
          </p:nvPicPr>
          <p:blipFill>
            <a:blip r:embed="rId3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1" name="Image" descr="Image"/>
            <p:cNvPicPr>
              <a:picLocks noChangeAspect="1"/>
            </p:cNvPicPr>
            <p:nvPr/>
          </p:nvPicPr>
          <p:blipFill>
            <a:blip r:embed="rId3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pic>
        <p:nvPicPr>
          <p:cNvPr id="7" name="Image" descr="Image">
            <a:extLst>
              <a:ext uri="{FF2B5EF4-FFF2-40B4-BE49-F238E27FC236}">
                <a16:creationId xmlns:a16="http://schemas.microsoft.com/office/drawing/2014/main" id="{13156DDE-55E0-C14A-879A-962B00D82A08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212445" y="195262"/>
            <a:ext cx="1123723" cy="597635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0063" y="1031739"/>
            <a:ext cx="6450517" cy="281857"/>
          </a:xfrm>
        </p:spPr>
        <p:txBody>
          <a:bodyPr>
            <a:normAutofit/>
          </a:bodyPr>
          <a:lstStyle>
            <a:lvl1pPr>
              <a:defRPr kumimoji="0" lang="en-US" sz="1666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50062" y="1334212"/>
            <a:ext cx="4282151" cy="443066"/>
          </a:xfrm>
        </p:spPr>
        <p:txBody>
          <a:bodyPr/>
          <a:lstStyle>
            <a:lvl1pPr marL="0" indent="0">
              <a:buNone/>
              <a:defRPr kumimoji="0" lang="en-US" sz="1403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/>
              <a:t>SUB TITLE</a:t>
            </a:r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4D652F67-94A0-0840-AE16-55B87BEAF32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950063" y="2272008"/>
            <a:ext cx="4150789" cy="4724628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6A7F952E-8DC5-6A79-9AE3-813B3AE4D1F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587981" y="3563356"/>
            <a:ext cx="3517659" cy="3433279"/>
          </a:xfrm>
        </p:spPr>
        <p:txBody>
          <a:bodyPr>
            <a:noAutofit/>
          </a:bodyPr>
          <a:lstStyle>
            <a:lvl1pPr marL="0" indent="0">
              <a:buNone/>
              <a:defRPr kumimoji="0" lang="en-US" sz="114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267218" indent="0">
              <a:buNone/>
              <a:defRPr kumimoji="0" lang="en-US" sz="96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534436" indent="0">
              <a:buNone/>
              <a:defRPr kumimoji="0" lang="en-US" sz="96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801654" indent="0">
              <a:buNone/>
              <a:defRPr kumimoji="0" lang="en-US" sz="96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1068873" indent="0">
              <a:buNone/>
              <a:defRPr kumimoji="0" lang="en-US" sz="96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BA033C1D-E65C-08C9-F39B-80EFE57D65D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587789" y="2269319"/>
            <a:ext cx="3517647" cy="1085368"/>
          </a:xfrm>
        </p:spPr>
        <p:txBody>
          <a:bodyPr>
            <a:normAutofit/>
          </a:bodyPr>
          <a:lstStyle>
            <a:lvl1pPr marL="0" indent="0">
              <a:buNone/>
              <a:defRPr sz="1929">
                <a:solidFill>
                  <a:schemeClr val="bg1"/>
                </a:solidFill>
              </a:defRPr>
            </a:lvl1pPr>
            <a:lvl5pPr marL="1068873" indent="0" algn="l">
              <a:buFont typeface="Arial" panose="020B0604020202020204" pitchFamily="34" charset="0"/>
              <a:buNone/>
              <a:defRPr sz="1929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3194358435"/>
      </p:ext>
    </p:extLst>
  </p:cSld>
  <p:clrMapOvr>
    <a:masterClrMapping/>
  </p:clrMapOvr>
  <p:transition spd="med"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iz 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FABE8965-C5C7-9C39-4D77-41321DCB42C7}"/>
              </a:ext>
            </a:extLst>
          </p:cNvPr>
          <p:cNvSpPr/>
          <p:nvPr userDrawn="1"/>
        </p:nvSpPr>
        <p:spPr>
          <a:xfrm>
            <a:off x="0" y="1301470"/>
            <a:ext cx="10688638" cy="6305781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31315" tIns="31315" rIns="31315" bIns="31315" anchor="ctr"/>
          <a:lstStyle/>
          <a:p>
            <a:pPr defTabSz="360119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315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grpSp>
        <p:nvGrpSpPr>
          <p:cNvPr id="152" name="Group"/>
          <p:cNvGrpSpPr/>
          <p:nvPr/>
        </p:nvGrpSpPr>
        <p:grpSpPr>
          <a:xfrm>
            <a:off x="331680" y="-2133"/>
            <a:ext cx="1220317" cy="1110592"/>
            <a:chOff x="-2864397" y="0"/>
            <a:chExt cx="2783907" cy="2014171"/>
          </a:xfrm>
        </p:grpSpPr>
        <p:pic>
          <p:nvPicPr>
            <p:cNvPr id="149" name="Image" descr="Image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0" name="Image" descr="Image"/>
            <p:cNvPicPr>
              <a:picLocks noChangeAspect="1"/>
            </p:cNvPicPr>
            <p:nvPr/>
          </p:nvPicPr>
          <p:blipFill>
            <a:blip r:embed="rId3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1" name="Image" descr="Image"/>
            <p:cNvPicPr>
              <a:picLocks noChangeAspect="1"/>
            </p:cNvPicPr>
            <p:nvPr/>
          </p:nvPicPr>
          <p:blipFill>
            <a:blip r:embed="rId3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0063" y="1031739"/>
            <a:ext cx="6450517" cy="281857"/>
          </a:xfrm>
        </p:spPr>
        <p:txBody>
          <a:bodyPr>
            <a:normAutofit/>
          </a:bodyPr>
          <a:lstStyle>
            <a:lvl1pPr>
              <a:defRPr kumimoji="0" lang="en-US" sz="1666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50062" y="1334212"/>
            <a:ext cx="4282151" cy="443066"/>
          </a:xfrm>
        </p:spPr>
        <p:txBody>
          <a:bodyPr/>
          <a:lstStyle>
            <a:lvl1pPr marL="0" indent="0">
              <a:buNone/>
              <a:defRPr kumimoji="0" lang="en-US" sz="1403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/>
              <a:t>SUB TITLE</a:t>
            </a:r>
          </a:p>
        </p:txBody>
      </p:sp>
      <p:sp>
        <p:nvSpPr>
          <p:cNvPr id="4" name="Round Same Side Corner Rectangle 3">
            <a:extLst>
              <a:ext uri="{FF2B5EF4-FFF2-40B4-BE49-F238E27FC236}">
                <a16:creationId xmlns:a16="http://schemas.microsoft.com/office/drawing/2014/main" id="{FA29A0C7-63A9-37AE-C36E-28D29DB1FC0C}"/>
              </a:ext>
            </a:extLst>
          </p:cNvPr>
          <p:cNvSpPr/>
          <p:nvPr userDrawn="1"/>
        </p:nvSpPr>
        <p:spPr>
          <a:xfrm>
            <a:off x="931195" y="5122313"/>
            <a:ext cx="3380700" cy="265910"/>
          </a:xfrm>
          <a:prstGeom prst="round2SameRect">
            <a:avLst>
              <a:gd name="adj1" fmla="val 7123"/>
              <a:gd name="adj2" fmla="val 0"/>
            </a:avLst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2268" tIns="22268" rIns="22268" bIns="22268" numCol="1" spcCol="38100" rtlCol="0" anchor="ctr">
            <a:spAutoFit/>
          </a:bodyPr>
          <a:lstStyle/>
          <a:p>
            <a:pPr marL="0" marR="0" indent="0" algn="ctr" defTabSz="36185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3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00BFA553-2EAA-7D5D-66A4-3CB0B3039A4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137179" y="3996478"/>
            <a:ext cx="2988375" cy="3433279"/>
          </a:xfrm>
        </p:spPr>
        <p:txBody>
          <a:bodyPr>
            <a:noAutofit/>
          </a:bodyPr>
          <a:lstStyle>
            <a:lvl1pPr marL="0" indent="0">
              <a:buNone/>
              <a:defRPr kumimoji="0" lang="en-US" sz="114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267218" indent="0">
              <a:buNone/>
              <a:defRPr kumimoji="0" lang="en-US" sz="96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534436" indent="0">
              <a:buNone/>
              <a:defRPr kumimoji="0" lang="en-US" sz="96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801654" indent="0">
              <a:buNone/>
              <a:defRPr kumimoji="0" lang="en-US" sz="96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1068873" indent="0">
              <a:buNone/>
              <a:defRPr kumimoji="0" lang="en-US" sz="96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6" name="Graphic 5" descr="Help with solid fill">
            <a:extLst>
              <a:ext uri="{FF2B5EF4-FFF2-40B4-BE49-F238E27FC236}">
                <a16:creationId xmlns:a16="http://schemas.microsoft.com/office/drawing/2014/main" id="{5BCC09F5-BEFD-455C-0F2F-F18D468EC78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37179" y="3015441"/>
            <a:ext cx="625815" cy="787202"/>
          </a:xfrm>
          <a:prstGeom prst="rect">
            <a:avLst/>
          </a:prstGeom>
        </p:spPr>
      </p:pic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7A5EDB33-736C-0AA5-C7CD-BDFF535E7A9C}"/>
              </a:ext>
            </a:extLst>
          </p:cNvPr>
          <p:cNvSpPr/>
          <p:nvPr userDrawn="1"/>
        </p:nvSpPr>
        <p:spPr>
          <a:xfrm>
            <a:off x="5034740" y="3041383"/>
            <a:ext cx="5142278" cy="288615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2268" tIns="22268" rIns="22268" bIns="22268" numCol="1" spcCol="38100" rtlCol="0" anchor="ctr">
            <a:spAutoFit/>
          </a:bodyPr>
          <a:lstStyle/>
          <a:p>
            <a:pPr marL="0" marR="0" indent="0" algn="ctr" defTabSz="36185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3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9A29247D-C253-CBDD-13EE-F16B85217807}"/>
              </a:ext>
            </a:extLst>
          </p:cNvPr>
          <p:cNvSpPr/>
          <p:nvPr userDrawn="1"/>
        </p:nvSpPr>
        <p:spPr>
          <a:xfrm>
            <a:off x="5034740" y="3978512"/>
            <a:ext cx="5142278" cy="288615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2268" tIns="22268" rIns="22268" bIns="22268" numCol="1" spcCol="38100" rtlCol="0" anchor="ctr">
            <a:spAutoFit/>
          </a:bodyPr>
          <a:lstStyle/>
          <a:p>
            <a:pPr marL="0" marR="0" indent="0" algn="ctr" defTabSz="36185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3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640D50B7-0BFF-E456-7675-C96913EC6D02}"/>
              </a:ext>
            </a:extLst>
          </p:cNvPr>
          <p:cNvSpPr/>
          <p:nvPr userDrawn="1"/>
        </p:nvSpPr>
        <p:spPr>
          <a:xfrm>
            <a:off x="5034740" y="4904176"/>
            <a:ext cx="5142278" cy="288615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2268" tIns="22268" rIns="22268" bIns="22268" numCol="1" spcCol="38100" rtlCol="0" anchor="ctr">
            <a:spAutoFit/>
          </a:bodyPr>
          <a:lstStyle/>
          <a:p>
            <a:pPr marL="0" marR="0" indent="0" algn="ctr" defTabSz="36185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3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A4EB9AD0-97D9-EA55-1897-8E787ACA18AD}"/>
              </a:ext>
            </a:extLst>
          </p:cNvPr>
          <p:cNvSpPr/>
          <p:nvPr userDrawn="1"/>
        </p:nvSpPr>
        <p:spPr>
          <a:xfrm>
            <a:off x="5034740" y="5829840"/>
            <a:ext cx="5142278" cy="288615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2268" tIns="22268" rIns="22268" bIns="22268" numCol="1" spcCol="38100" rtlCol="0" anchor="ctr">
            <a:spAutoFit/>
          </a:bodyPr>
          <a:lstStyle/>
          <a:p>
            <a:pPr marL="0" marR="0" indent="0" algn="ctr" defTabSz="36185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3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1FE4A142-7345-2F27-77AC-6B8D7F3BB8F0}"/>
              </a:ext>
            </a:extLst>
          </p:cNvPr>
          <p:cNvSpPr/>
          <p:nvPr userDrawn="1"/>
        </p:nvSpPr>
        <p:spPr>
          <a:xfrm>
            <a:off x="5034740" y="6755504"/>
            <a:ext cx="5142278" cy="288615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2268" tIns="22268" rIns="22268" bIns="22268" numCol="1" spcCol="38100" rtlCol="0" anchor="ctr">
            <a:spAutoFit/>
          </a:bodyPr>
          <a:lstStyle/>
          <a:p>
            <a:pPr marL="0" marR="0" indent="0" algn="ctr" defTabSz="36185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3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8ED258EB-0A79-0CC4-9AC5-E5BB65095D9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32213" y="2997949"/>
            <a:ext cx="4734942" cy="356881"/>
          </a:xfrm>
        </p:spPr>
        <p:txBody>
          <a:bodyPr>
            <a:noAutofit/>
          </a:bodyPr>
          <a:lstStyle>
            <a:lvl1pPr marL="0" indent="0">
              <a:buNone/>
              <a:defRPr kumimoji="0" lang="en-US" sz="114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267218" indent="0">
              <a:buNone/>
              <a:defRPr kumimoji="0" lang="en-US" sz="96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534436" indent="0">
              <a:buNone/>
              <a:defRPr kumimoji="0" lang="en-US" sz="96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801654" indent="0">
              <a:buNone/>
              <a:defRPr kumimoji="0" lang="en-US" sz="96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1068873" indent="0">
              <a:buNone/>
              <a:defRPr kumimoji="0" lang="en-US" sz="96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D7D34A3F-BE3B-171A-71BC-2F827D2C4C8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232213" y="3935077"/>
            <a:ext cx="4734942" cy="356881"/>
          </a:xfrm>
        </p:spPr>
        <p:txBody>
          <a:bodyPr>
            <a:noAutofit/>
          </a:bodyPr>
          <a:lstStyle>
            <a:lvl1pPr marL="0" indent="0">
              <a:buNone/>
              <a:defRPr kumimoji="0" lang="en-US" sz="114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267218" indent="0">
              <a:buNone/>
              <a:defRPr kumimoji="0" lang="en-US" sz="96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534436" indent="0">
              <a:buNone/>
              <a:defRPr kumimoji="0" lang="en-US" sz="96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801654" indent="0">
              <a:buNone/>
              <a:defRPr kumimoji="0" lang="en-US" sz="96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1068873" indent="0">
              <a:buNone/>
              <a:defRPr kumimoji="0" lang="en-US" sz="96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3421587F-10AC-7EBE-6901-E1BA33DF8AE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232213" y="4860741"/>
            <a:ext cx="4734942" cy="356881"/>
          </a:xfrm>
        </p:spPr>
        <p:txBody>
          <a:bodyPr>
            <a:noAutofit/>
          </a:bodyPr>
          <a:lstStyle>
            <a:lvl1pPr marL="0" indent="0">
              <a:buNone/>
              <a:defRPr kumimoji="0" lang="en-US" sz="114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267218" indent="0">
              <a:buNone/>
              <a:defRPr kumimoji="0" lang="en-US" sz="96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534436" indent="0">
              <a:buNone/>
              <a:defRPr kumimoji="0" lang="en-US" sz="96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801654" indent="0">
              <a:buNone/>
              <a:defRPr kumimoji="0" lang="en-US" sz="96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1068873" indent="0">
              <a:buNone/>
              <a:defRPr kumimoji="0" lang="en-US" sz="96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B1FF3B0B-6113-DB9F-2F3C-96810CE9016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232213" y="5786405"/>
            <a:ext cx="4734942" cy="356881"/>
          </a:xfrm>
        </p:spPr>
        <p:txBody>
          <a:bodyPr>
            <a:noAutofit/>
          </a:bodyPr>
          <a:lstStyle>
            <a:lvl1pPr marL="0" indent="0">
              <a:buNone/>
              <a:defRPr kumimoji="0" lang="en-US" sz="114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267218" indent="0">
              <a:buNone/>
              <a:defRPr kumimoji="0" lang="en-US" sz="96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534436" indent="0">
              <a:buNone/>
              <a:defRPr kumimoji="0" lang="en-US" sz="96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801654" indent="0">
              <a:buNone/>
              <a:defRPr kumimoji="0" lang="en-US" sz="96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1068873" indent="0">
              <a:buNone/>
              <a:defRPr kumimoji="0" lang="en-US" sz="96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5">
            <a:extLst>
              <a:ext uri="{FF2B5EF4-FFF2-40B4-BE49-F238E27FC236}">
                <a16:creationId xmlns:a16="http://schemas.microsoft.com/office/drawing/2014/main" id="{1B78CB5C-262B-068C-9251-A2C3C592CF45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232213" y="6712069"/>
            <a:ext cx="4734942" cy="356881"/>
          </a:xfrm>
        </p:spPr>
        <p:txBody>
          <a:bodyPr>
            <a:noAutofit/>
          </a:bodyPr>
          <a:lstStyle>
            <a:lvl1pPr marL="0" indent="0">
              <a:buNone/>
              <a:defRPr kumimoji="0" lang="en-US" sz="114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267218" indent="0">
              <a:buNone/>
              <a:defRPr kumimoji="0" lang="en-US" sz="96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534436" indent="0">
              <a:buNone/>
              <a:defRPr kumimoji="0" lang="en-US" sz="96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801654" indent="0">
              <a:buNone/>
              <a:defRPr kumimoji="0" lang="en-US" sz="96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1068873" indent="0">
              <a:buNone/>
              <a:defRPr kumimoji="0" lang="en-US" sz="96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22410662"/>
      </p:ext>
    </p:extLst>
  </p:cSld>
  <p:clrMapOvr>
    <a:masterClrMapping/>
  </p:clrMapOvr>
  <p:transition spd="med"/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G Slide-01.jpg" descr="BG Slide-01.jpg">
            <a:extLst>
              <a:ext uri="{FF2B5EF4-FFF2-40B4-BE49-F238E27FC236}">
                <a16:creationId xmlns:a16="http://schemas.microsoft.com/office/drawing/2014/main" id="{EB456242-AA88-DF45-9244-298FA0B8369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37741" y="-31732"/>
            <a:ext cx="10742623" cy="7626313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UNIVERSITAS BINA NUSANTARA">
            <a:extLst>
              <a:ext uri="{FF2B5EF4-FFF2-40B4-BE49-F238E27FC236}">
                <a16:creationId xmlns:a16="http://schemas.microsoft.com/office/drawing/2014/main" id="{1D553A28-04FA-E944-90CB-BDB2AEBEA300}"/>
              </a:ext>
            </a:extLst>
          </p:cNvPr>
          <p:cNvSpPr txBox="1"/>
          <p:nvPr userDrawn="1"/>
        </p:nvSpPr>
        <p:spPr>
          <a:xfrm>
            <a:off x="4305970" y="4612973"/>
            <a:ext cx="1926810" cy="1319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360119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sz="1052"/>
              <a:t>UNIVERSITAS</a:t>
            </a:r>
            <a:r>
              <a:rPr sz="1052" b="1"/>
              <a:t> BINA NUSANTARA</a:t>
            </a: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5121639" y="4976334"/>
            <a:ext cx="445360" cy="49020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22268" tIns="22268" rIns="22268" bIns="22268" anchor="ctr"/>
          <a:lstStyle/>
          <a:p>
            <a:pPr defTabSz="361858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403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pic>
        <p:nvPicPr>
          <p:cNvPr id="16" name="Image" descr="Image">
            <a:extLst>
              <a:ext uri="{FF2B5EF4-FFF2-40B4-BE49-F238E27FC236}">
                <a16:creationId xmlns:a16="http://schemas.microsoft.com/office/drawing/2014/main" id="{ED3AA748-6163-AF42-8BA4-5A505F8580B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36096" y="418068"/>
            <a:ext cx="839411" cy="630239"/>
          </a:xfrm>
          <a:prstGeom prst="rect">
            <a:avLst/>
          </a:prstGeom>
          <a:ln w="12700">
            <a:miter lim="400000"/>
          </a:ln>
        </p:spPr>
      </p:pic>
      <p:sp>
        <p:nvSpPr>
          <p:cNvPr id="1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526604" y="4101416"/>
            <a:ext cx="9630909" cy="476771"/>
          </a:xfrm>
          <a:prstGeom prst="rect">
            <a:avLst/>
          </a:prstGeom>
        </p:spPr>
        <p:txBody>
          <a:bodyPr/>
          <a:lstStyle>
            <a:lvl1pPr marL="0" indent="0" algn="ctr" defTabSz="361858">
              <a:lnSpc>
                <a:spcPct val="100000"/>
              </a:lnSpc>
              <a:spcBef>
                <a:spcPts val="0"/>
              </a:spcBef>
              <a:buSzTx/>
              <a:buNone/>
              <a:defRPr kumimoji="0" sz="2192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200414" defTabSz="361858">
              <a:lnSpc>
                <a:spcPct val="100000"/>
              </a:lnSpc>
              <a:spcBef>
                <a:spcPts val="0"/>
              </a:spcBef>
              <a:buSzTx/>
              <a:buNone/>
              <a:defRPr sz="2411" b="1"/>
            </a:lvl2pPr>
            <a:lvl3pPr marL="0" indent="400827" defTabSz="361858">
              <a:lnSpc>
                <a:spcPct val="100000"/>
              </a:lnSpc>
              <a:spcBef>
                <a:spcPts val="0"/>
              </a:spcBef>
              <a:buSzTx/>
              <a:buNone/>
              <a:defRPr sz="2411" b="1"/>
            </a:lvl3pPr>
            <a:lvl4pPr marL="0" indent="601241" defTabSz="361858">
              <a:lnSpc>
                <a:spcPct val="100000"/>
              </a:lnSpc>
              <a:spcBef>
                <a:spcPts val="0"/>
              </a:spcBef>
              <a:buSzTx/>
              <a:buNone/>
              <a:defRPr sz="2411" b="1"/>
            </a:lvl4pPr>
            <a:lvl5pPr marL="0" indent="801654" defTabSz="361858">
              <a:lnSpc>
                <a:spcPct val="100000"/>
              </a:lnSpc>
              <a:spcBef>
                <a:spcPts val="0"/>
              </a:spcBef>
              <a:buSzTx/>
              <a:buNone/>
              <a:defRPr sz="2411" b="1"/>
            </a:lvl5pPr>
          </a:lstStyle>
          <a:p>
            <a:r>
              <a:t>Presentation </a:t>
            </a:r>
            <a:r>
              <a:rPr lang="en-US"/>
              <a:t>TITLE</a:t>
            </a:r>
            <a:endParaRPr/>
          </a:p>
        </p:txBody>
      </p:sp>
      <p:sp>
        <p:nvSpPr>
          <p:cNvPr id="18" name="Presentation Title">
            <a:extLst>
              <a:ext uri="{FF2B5EF4-FFF2-40B4-BE49-F238E27FC236}">
                <a16:creationId xmlns:a16="http://schemas.microsoft.com/office/drawing/2014/main" id="{15CBFADB-E6B3-9B4E-8320-314E3790EC2E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28863" y="1686566"/>
            <a:ext cx="9630910" cy="2065658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526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/>
              <a:t>THANK YOU message</a:t>
            </a:r>
            <a:endParaRPr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9973D83C-1488-3E4C-B9DF-5608E0394C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978245" y="5230895"/>
            <a:ext cx="2727626" cy="197551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877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kumimoji="0" lang="en-US" sz="877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rPr>
              <a:t>MONTH YEAR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9711581"/>
      </p:ext>
    </p:extLst>
  </p:cSld>
  <p:clrMapOvr>
    <a:masterClrMapping/>
  </p:clrMapOvr>
  <p:transition spd="med"/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typ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G Slide-01.jpg" descr="BG Slide-01.jpg">
            <a:extLst>
              <a:ext uri="{FF2B5EF4-FFF2-40B4-BE49-F238E27FC236}">
                <a16:creationId xmlns:a16="http://schemas.microsoft.com/office/drawing/2014/main" id="{EB456242-AA88-DF45-9244-298FA0B8369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37741" y="-31732"/>
            <a:ext cx="10742623" cy="7626313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BE73ECD8-9761-904C-83FC-7C21B825FC86}"/>
              </a:ext>
            </a:extLst>
          </p:cNvPr>
          <p:cNvSpPr/>
          <p:nvPr userDrawn="1"/>
        </p:nvSpPr>
        <p:spPr>
          <a:xfrm>
            <a:off x="0" y="0"/>
            <a:ext cx="10688638" cy="7562850"/>
          </a:xfrm>
          <a:prstGeom prst="rect">
            <a:avLst/>
          </a:prstGeom>
          <a:gradFill>
            <a:gsLst>
              <a:gs pos="0">
                <a:srgbClr val="2670B8"/>
              </a:gs>
              <a:gs pos="100000">
                <a:srgbClr val="2258A7"/>
              </a:gs>
            </a:gsLst>
          </a:gradFill>
          <a:ln w="12700">
            <a:miter lim="400000"/>
          </a:ln>
        </p:spPr>
        <p:txBody>
          <a:bodyPr lIns="31315" tIns="31315" rIns="31315" bIns="31315" anchor="ctr"/>
          <a:lstStyle/>
          <a:p>
            <a:pPr defTabSz="360119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315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8" name="UNIVERSITAS BINA NUSANTARA">
            <a:extLst>
              <a:ext uri="{FF2B5EF4-FFF2-40B4-BE49-F238E27FC236}">
                <a16:creationId xmlns:a16="http://schemas.microsoft.com/office/drawing/2014/main" id="{1D553A28-04FA-E944-90CB-BDB2AEBEA300}"/>
              </a:ext>
            </a:extLst>
          </p:cNvPr>
          <p:cNvSpPr txBox="1"/>
          <p:nvPr userDrawn="1"/>
        </p:nvSpPr>
        <p:spPr>
          <a:xfrm>
            <a:off x="4305970" y="4612973"/>
            <a:ext cx="1926810" cy="1319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360119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sz="1052"/>
              <a:t>UNIVERSITAS</a:t>
            </a:r>
            <a:r>
              <a:rPr sz="1052" b="1"/>
              <a:t> BINA NUSANTARA</a:t>
            </a: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5121639" y="4976334"/>
            <a:ext cx="445360" cy="49020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22268" tIns="22268" rIns="22268" bIns="22268" anchor="ctr"/>
          <a:lstStyle/>
          <a:p>
            <a:pPr defTabSz="361858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403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1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526604" y="4101416"/>
            <a:ext cx="9630909" cy="476771"/>
          </a:xfrm>
          <a:prstGeom prst="rect">
            <a:avLst/>
          </a:prstGeom>
        </p:spPr>
        <p:txBody>
          <a:bodyPr/>
          <a:lstStyle>
            <a:lvl1pPr marL="0" indent="0" algn="ctr" defTabSz="361858">
              <a:lnSpc>
                <a:spcPct val="100000"/>
              </a:lnSpc>
              <a:spcBef>
                <a:spcPts val="0"/>
              </a:spcBef>
              <a:buSzTx/>
              <a:buNone/>
              <a:defRPr kumimoji="0" sz="2192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200414" defTabSz="361858">
              <a:lnSpc>
                <a:spcPct val="100000"/>
              </a:lnSpc>
              <a:spcBef>
                <a:spcPts val="0"/>
              </a:spcBef>
              <a:buSzTx/>
              <a:buNone/>
              <a:defRPr sz="2411" b="1"/>
            </a:lvl2pPr>
            <a:lvl3pPr marL="0" indent="400827" defTabSz="361858">
              <a:lnSpc>
                <a:spcPct val="100000"/>
              </a:lnSpc>
              <a:spcBef>
                <a:spcPts val="0"/>
              </a:spcBef>
              <a:buSzTx/>
              <a:buNone/>
              <a:defRPr sz="2411" b="1"/>
            </a:lvl3pPr>
            <a:lvl4pPr marL="0" indent="601241" defTabSz="361858">
              <a:lnSpc>
                <a:spcPct val="100000"/>
              </a:lnSpc>
              <a:spcBef>
                <a:spcPts val="0"/>
              </a:spcBef>
              <a:buSzTx/>
              <a:buNone/>
              <a:defRPr sz="2411" b="1"/>
            </a:lvl4pPr>
            <a:lvl5pPr marL="0" indent="801654" defTabSz="361858">
              <a:lnSpc>
                <a:spcPct val="100000"/>
              </a:lnSpc>
              <a:spcBef>
                <a:spcPts val="0"/>
              </a:spcBef>
              <a:buSzTx/>
              <a:buNone/>
              <a:defRPr sz="2411" b="1"/>
            </a:lvl5pPr>
          </a:lstStyle>
          <a:p>
            <a:r>
              <a:t>Presentation </a:t>
            </a:r>
            <a:r>
              <a:rPr lang="en-US"/>
              <a:t>TITLE</a:t>
            </a:r>
            <a:endParaRPr/>
          </a:p>
        </p:txBody>
      </p:sp>
      <p:sp>
        <p:nvSpPr>
          <p:cNvPr id="18" name="Presentation Title">
            <a:extLst>
              <a:ext uri="{FF2B5EF4-FFF2-40B4-BE49-F238E27FC236}">
                <a16:creationId xmlns:a16="http://schemas.microsoft.com/office/drawing/2014/main" id="{15CBFADB-E6B3-9B4E-8320-314E3790EC2E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28863" y="1686566"/>
            <a:ext cx="9630910" cy="2065658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526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/>
              <a:t>THANK YOU message</a:t>
            </a:r>
            <a:endParaRPr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9973D83C-1488-3E4C-B9DF-5608E0394C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978245" y="5230895"/>
            <a:ext cx="2727626" cy="197551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877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kumimoji="0" lang="en-US" sz="877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rPr>
              <a:t>MONTH YEAR</a:t>
            </a:r>
            <a:endParaRPr lang="en-US"/>
          </a:p>
        </p:txBody>
      </p:sp>
      <p:pic>
        <p:nvPicPr>
          <p:cNvPr id="11" name="Image" descr="Image">
            <a:extLst>
              <a:ext uri="{FF2B5EF4-FFF2-40B4-BE49-F238E27FC236}">
                <a16:creationId xmlns:a16="http://schemas.microsoft.com/office/drawing/2014/main" id="{5C0CB95F-A575-6E40-8A77-71E4C3CE5D2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36090" y="418068"/>
            <a:ext cx="839421" cy="630239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914220063"/>
      </p:ext>
    </p:extLst>
  </p:cSld>
  <p:clrMapOvr>
    <a:masterClrMapping/>
  </p:clrMapOvr>
  <p:transition spd="med"/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88305723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8539BE2-12B7-4434-89E0-DFE32BB14338}" type="datetime1">
              <a:rPr lang="en-US" smtClean="0"/>
              <a:t>12/20/2023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D7FA9F5-F61B-45A1-B5E1-F65A5889B2E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1" descr="Background 01-02.jpg"/>
          <p:cNvPicPr>
            <a:picLocks noChangeAspect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 bwMode="auto">
          <a:xfrm>
            <a:off x="0" y="0"/>
            <a:ext cx="10688638" cy="755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Title Placeholder 1"/>
          <p:cNvSpPr>
            <a:spLocks noGrp="1"/>
          </p:cNvSpPr>
          <p:nvPr>
            <p:ph type="title"/>
          </p:nvPr>
        </p:nvSpPr>
        <p:spPr bwMode="auto">
          <a:xfrm>
            <a:off x="1238250" y="749301"/>
            <a:ext cx="9618662" cy="1260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4287" tIns="52144" rIns="104287" bIns="52144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" name="Text Placeholder 2"/>
          <p:cNvSpPr>
            <a:spLocks noGrp="1"/>
          </p:cNvSpPr>
          <p:nvPr>
            <p:ph idx="13"/>
          </p:nvPr>
        </p:nvSpPr>
        <p:spPr bwMode="auto">
          <a:xfrm>
            <a:off x="1238250" y="2009776"/>
            <a:ext cx="9618662" cy="499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4287" tIns="52144" rIns="104287" bIns="5214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12" name="Picture 11" descr="A screenshot of a cell phone&#10;&#10;Description automatically generated">
            <a:extLst>
              <a:ext uri="{FF2B5EF4-FFF2-40B4-BE49-F238E27FC236}">
                <a16:creationId xmlns:a16="http://schemas.microsoft.com/office/drawing/2014/main" id="{5317F68B-01F1-E94A-99D3-3F09D8A936B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0942" t="89154" r="21091" b="4449"/>
          <a:stretch/>
        </p:blipFill>
        <p:spPr>
          <a:xfrm>
            <a:off x="3392488" y="6813668"/>
            <a:ext cx="4004840" cy="625040"/>
          </a:xfrm>
          <a:prstGeom prst="rect">
            <a:avLst/>
          </a:prstGeom>
          <a:ln w="3175">
            <a:noFill/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629EBDB-E5DA-C246-981F-4C19F8FC457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80140" y="263856"/>
            <a:ext cx="1708498" cy="1207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2073600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" descr="Background 02.jp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5369"/>
            <a:ext cx="10688637" cy="71290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Rectangle 10"/>
          <p:cNvSpPr/>
          <p:nvPr userDrawn="1"/>
        </p:nvSpPr>
        <p:spPr>
          <a:xfrm>
            <a:off x="0" y="5687237"/>
            <a:ext cx="10688636" cy="1875613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2316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4222" y="2272657"/>
            <a:ext cx="7992064" cy="873497"/>
          </a:xfrm>
        </p:spPr>
        <p:txBody>
          <a:bodyPr>
            <a:normAutofit/>
          </a:bodyPr>
          <a:lstStyle>
            <a:lvl1pPr algn="l">
              <a:defRPr sz="3308" b="1">
                <a:solidFill>
                  <a:srgbClr val="0079B8"/>
                </a:solidFill>
                <a:latin typeface="Open Sans"/>
              </a:defRPr>
            </a:lvl1pPr>
          </a:lstStyle>
          <a:p>
            <a:r>
              <a:rPr lang="en-US"/>
              <a:t>Click to edit Master title style</a:t>
            </a:r>
            <a:endParaRPr lang="id-ID" dirty="0"/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>
          <a:xfrm>
            <a:off x="534432" y="7116596"/>
            <a:ext cx="2494016" cy="402652"/>
          </a:xfrm>
        </p:spPr>
        <p:txBody>
          <a:bodyPr/>
          <a:lstStyle/>
          <a:p>
            <a:fld id="{5EF9B71C-2D91-4D15-BAB7-ADA66F828B46}" type="datetimeFigureOut">
              <a:rPr lang="id-ID" smtClean="0"/>
              <a:pPr/>
              <a:t>20/12/2023</a:t>
            </a:fld>
            <a:endParaRPr lang="id-ID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51952" y="7116596"/>
            <a:ext cx="3384735" cy="402652"/>
          </a:xfrm>
        </p:spPr>
        <p:txBody>
          <a:bodyPr/>
          <a:lstStyle/>
          <a:p>
            <a:endParaRPr lang="id-ID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60190" y="7116596"/>
            <a:ext cx="2494016" cy="402652"/>
          </a:xfrm>
        </p:spPr>
        <p:txBody>
          <a:bodyPr/>
          <a:lstStyle/>
          <a:p>
            <a:fld id="{F173735F-2667-4028-B606-D96AABD86FDB}" type="slidenum">
              <a:rPr lang="id-ID" smtClean="0"/>
              <a:pPr/>
              <a:t>‹#›</a:t>
            </a:fld>
            <a:endParaRPr lang="id-ID"/>
          </a:p>
        </p:txBody>
      </p:sp>
      <p:sp>
        <p:nvSpPr>
          <p:cNvPr id="14" name="Content Placeholder 2"/>
          <p:cNvSpPr>
            <a:spLocks noGrp="1"/>
          </p:cNvSpPr>
          <p:nvPr>
            <p:ph idx="1"/>
          </p:nvPr>
        </p:nvSpPr>
        <p:spPr>
          <a:xfrm>
            <a:off x="2234222" y="3781426"/>
            <a:ext cx="7992064" cy="3352910"/>
          </a:xfrm>
        </p:spPr>
        <p:txBody>
          <a:bodyPr/>
          <a:lstStyle>
            <a:lvl1pPr>
              <a:defRPr>
                <a:latin typeface="Open Sans"/>
              </a:defRPr>
            </a:lvl1pPr>
            <a:lvl2pPr>
              <a:defRPr>
                <a:latin typeface="Open Sans"/>
              </a:defRPr>
            </a:lvl2pPr>
            <a:lvl3pPr>
              <a:defRPr>
                <a:latin typeface="Open Sans"/>
              </a:defRPr>
            </a:lvl3pPr>
            <a:lvl4pPr>
              <a:defRPr>
                <a:latin typeface="Open Sans"/>
              </a:defRPr>
            </a:lvl4pPr>
            <a:lvl5pPr>
              <a:defRPr>
                <a:latin typeface="Open San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 dirty="0"/>
          </a:p>
        </p:txBody>
      </p:sp>
      <p:sp>
        <p:nvSpPr>
          <p:cNvPr id="16" name="Subtitle 2"/>
          <p:cNvSpPr>
            <a:spLocks noGrp="1"/>
          </p:cNvSpPr>
          <p:nvPr>
            <p:ph type="subTitle" idx="13"/>
          </p:nvPr>
        </p:nvSpPr>
        <p:spPr>
          <a:xfrm>
            <a:off x="2229960" y="3146154"/>
            <a:ext cx="7996326" cy="555862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id-ID" sz="2426" b="1" dirty="0">
                <a:solidFill>
                  <a:srgbClr val="0079B8"/>
                </a:solidFill>
                <a:latin typeface="Open Sans"/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  <a:buNone/>
            </a:pPr>
            <a:r>
              <a:rPr lang="en-US"/>
              <a:t>Click to edit Master subtitle style</a:t>
            </a: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42111603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jpe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5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0.xml"/><Relationship Id="rId7" Type="http://schemas.openxmlformats.org/officeDocument/2006/relationships/slideLayout" Target="../slideLayouts/slideLayout14.xml"/><Relationship Id="rId12" Type="http://schemas.openxmlformats.org/officeDocument/2006/relationships/slideLayout" Target="../slideLayouts/slideLayout19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6" Type="http://schemas.openxmlformats.org/officeDocument/2006/relationships/slideLayout" Target="../slideLayouts/slideLayout13.xml"/><Relationship Id="rId11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2.xml"/><Relationship Id="rId10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1.xml"/><Relationship Id="rId9" Type="http://schemas.openxmlformats.org/officeDocument/2006/relationships/slideLayout" Target="../slideLayouts/slideLayout16.xml"/><Relationship Id="rId14" Type="http://schemas.openxmlformats.org/officeDocument/2006/relationships/image" Target="../media/image7.jpe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7.xml"/><Relationship Id="rId3" Type="http://schemas.openxmlformats.org/officeDocument/2006/relationships/slideLayout" Target="../slideLayouts/slideLayout22.xml"/><Relationship Id="rId7" Type="http://schemas.openxmlformats.org/officeDocument/2006/relationships/slideLayout" Target="../slideLayouts/slideLayout26.xml"/><Relationship Id="rId2" Type="http://schemas.openxmlformats.org/officeDocument/2006/relationships/slideLayout" Target="../slideLayouts/slideLayout21.xml"/><Relationship Id="rId1" Type="http://schemas.openxmlformats.org/officeDocument/2006/relationships/slideLayout" Target="../slideLayouts/slideLayout20.xml"/><Relationship Id="rId6" Type="http://schemas.openxmlformats.org/officeDocument/2006/relationships/slideLayout" Target="../slideLayouts/slideLayout25.xml"/><Relationship Id="rId5" Type="http://schemas.openxmlformats.org/officeDocument/2006/relationships/slideLayout" Target="../slideLayouts/slideLayout24.xml"/><Relationship Id="rId10" Type="http://schemas.openxmlformats.org/officeDocument/2006/relationships/image" Target="../media/image1.jpeg"/><Relationship Id="rId4" Type="http://schemas.openxmlformats.org/officeDocument/2006/relationships/slideLayout" Target="../slideLayouts/slideLayout23.xml"/><Relationship Id="rId9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5.xml"/><Relationship Id="rId13" Type="http://schemas.openxmlformats.org/officeDocument/2006/relationships/slideLayout" Target="../slideLayouts/slideLayout40.xml"/><Relationship Id="rId18" Type="http://schemas.openxmlformats.org/officeDocument/2006/relationships/slideLayout" Target="../slideLayouts/slideLayout45.xml"/><Relationship Id="rId26" Type="http://schemas.openxmlformats.org/officeDocument/2006/relationships/slideLayout" Target="../slideLayouts/slideLayout53.xml"/><Relationship Id="rId3" Type="http://schemas.openxmlformats.org/officeDocument/2006/relationships/slideLayout" Target="../slideLayouts/slideLayout30.xml"/><Relationship Id="rId21" Type="http://schemas.openxmlformats.org/officeDocument/2006/relationships/slideLayout" Target="../slideLayouts/slideLayout48.xml"/><Relationship Id="rId7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9.xml"/><Relationship Id="rId17" Type="http://schemas.openxmlformats.org/officeDocument/2006/relationships/slideLayout" Target="../slideLayouts/slideLayout44.xml"/><Relationship Id="rId25" Type="http://schemas.openxmlformats.org/officeDocument/2006/relationships/slideLayout" Target="../slideLayouts/slideLayout52.xml"/><Relationship Id="rId2" Type="http://schemas.openxmlformats.org/officeDocument/2006/relationships/slideLayout" Target="../slideLayouts/slideLayout29.xml"/><Relationship Id="rId16" Type="http://schemas.openxmlformats.org/officeDocument/2006/relationships/slideLayout" Target="../slideLayouts/slideLayout43.xml"/><Relationship Id="rId20" Type="http://schemas.openxmlformats.org/officeDocument/2006/relationships/slideLayout" Target="../slideLayouts/slideLayout47.xml"/><Relationship Id="rId1" Type="http://schemas.openxmlformats.org/officeDocument/2006/relationships/slideLayout" Target="../slideLayouts/slideLayout28.xml"/><Relationship Id="rId6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8.xml"/><Relationship Id="rId24" Type="http://schemas.openxmlformats.org/officeDocument/2006/relationships/slideLayout" Target="../slideLayouts/slideLayout51.xml"/><Relationship Id="rId5" Type="http://schemas.openxmlformats.org/officeDocument/2006/relationships/slideLayout" Target="../slideLayouts/slideLayout32.xml"/><Relationship Id="rId15" Type="http://schemas.openxmlformats.org/officeDocument/2006/relationships/slideLayout" Target="../slideLayouts/slideLayout42.xml"/><Relationship Id="rId23" Type="http://schemas.openxmlformats.org/officeDocument/2006/relationships/slideLayout" Target="../slideLayouts/slideLayout50.xml"/><Relationship Id="rId10" Type="http://schemas.openxmlformats.org/officeDocument/2006/relationships/slideLayout" Target="../slideLayouts/slideLayout37.xml"/><Relationship Id="rId19" Type="http://schemas.openxmlformats.org/officeDocument/2006/relationships/slideLayout" Target="../slideLayouts/slideLayout46.xml"/><Relationship Id="rId4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6.xml"/><Relationship Id="rId14" Type="http://schemas.openxmlformats.org/officeDocument/2006/relationships/slideLayout" Target="../slideLayouts/slideLayout41.xml"/><Relationship Id="rId22" Type="http://schemas.openxmlformats.org/officeDocument/2006/relationships/slideLayout" Target="../slideLayouts/slideLayout49.xml"/><Relationship Id="rId27" Type="http://schemas.openxmlformats.org/officeDocument/2006/relationships/theme" Target="../theme/theme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" descr="Background 01-02.jpg"/>
          <p:cNvPicPr>
            <a:picLocks noChangeAspect="1"/>
          </p:cNvPicPr>
          <p:nvPr/>
        </p:nvPicPr>
        <p:blipFill>
          <a:blip r:embed="rId9" cstate="screen"/>
          <a:srcRect/>
          <a:stretch>
            <a:fillRect/>
          </a:stretch>
        </p:blipFill>
        <p:spPr bwMode="auto">
          <a:xfrm>
            <a:off x="0" y="0"/>
            <a:ext cx="10688638" cy="755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1200150" y="596901"/>
            <a:ext cx="9618662" cy="1260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4287" tIns="52144" rIns="104287" bIns="52144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200150" y="1857376"/>
            <a:ext cx="9618662" cy="499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4287" tIns="52144" rIns="104287" bIns="5214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4988" y="7010400"/>
            <a:ext cx="2493962" cy="401638"/>
          </a:xfrm>
          <a:prstGeom prst="rect">
            <a:avLst/>
          </a:prstGeom>
        </p:spPr>
        <p:txBody>
          <a:bodyPr vert="horz" wrap="square" lIns="104287" tIns="52144" rIns="104287" bIns="52144" numCol="1" anchor="ctr" anchorCtr="0" compatLnSpc="1">
            <a:prstTxWarp prst="textNoShape">
              <a:avLst/>
            </a:prstTxWarp>
          </a:bodyPr>
          <a:lstStyle>
            <a:lvl1pPr>
              <a:defRPr sz="1400" smtClean="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6D4E8849-CB45-4FAD-B44C-942F8AD376A7}" type="datetime1">
              <a:rPr lang="en-US" smtClean="0"/>
              <a:t>12/20/2023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51250" y="7010400"/>
            <a:ext cx="3386138" cy="401638"/>
          </a:xfrm>
          <a:prstGeom prst="rect">
            <a:avLst/>
          </a:prstGeom>
        </p:spPr>
        <p:txBody>
          <a:bodyPr vert="horz" lIns="104287" tIns="52144" rIns="104287" bIns="52144" rtlCol="0" anchor="ctr"/>
          <a:lstStyle>
            <a:lvl1pPr algn="ctr" defTabSz="521437" fontAlgn="auto">
              <a:spcBef>
                <a:spcPts val="0"/>
              </a:spcBef>
              <a:spcAft>
                <a:spcPts val="0"/>
              </a:spcAft>
              <a:defRPr sz="14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59688" y="7010400"/>
            <a:ext cx="2493962" cy="401638"/>
          </a:xfrm>
          <a:prstGeom prst="rect">
            <a:avLst/>
          </a:prstGeom>
        </p:spPr>
        <p:txBody>
          <a:bodyPr vert="horz" wrap="square" lIns="104287" tIns="52144" rIns="104287" bIns="52144" numCol="1" anchor="ctr" anchorCtr="0" compatLnSpc="1">
            <a:prstTxWarp prst="textNoShape">
              <a:avLst/>
            </a:prstTxWarp>
          </a:bodyPr>
          <a:lstStyle>
            <a:lvl1pPr algn="r">
              <a:defRPr sz="1400" smtClean="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F1FCD700-A755-4C30-8B04-5025159A3A5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hdr="0" ftr="0" dt="0"/>
  <p:txStyles>
    <p:titleStyle>
      <a:lvl1pPr algn="l" defTabSz="520700" rtl="0" eaLnBrk="1" fontAlgn="base" hangingPunct="1">
        <a:spcBef>
          <a:spcPct val="0"/>
        </a:spcBef>
        <a:spcAft>
          <a:spcPct val="0"/>
        </a:spcAft>
        <a:defRPr sz="3200" kern="1200">
          <a:solidFill>
            <a:schemeClr val="tx1"/>
          </a:solidFill>
          <a:latin typeface="Open Sans"/>
          <a:ea typeface="MS PGothic" pitchFamily="34" charset="-128"/>
          <a:cs typeface="Open Sans"/>
        </a:defRPr>
      </a:lvl1pPr>
      <a:lvl2pPr algn="ctr" defTabSz="520700" rtl="0" eaLnBrk="1" fontAlgn="base" hangingPunct="1">
        <a:spcBef>
          <a:spcPct val="0"/>
        </a:spcBef>
        <a:spcAft>
          <a:spcPct val="0"/>
        </a:spcAft>
        <a:defRPr sz="5000">
          <a:solidFill>
            <a:schemeClr val="tx1"/>
          </a:solidFill>
          <a:latin typeface="Calibri" charset="0"/>
          <a:ea typeface="MS PGothic" pitchFamily="34" charset="-128"/>
          <a:cs typeface="ＭＳ Ｐゴシック" charset="0"/>
        </a:defRPr>
      </a:lvl2pPr>
      <a:lvl3pPr algn="ctr" defTabSz="520700" rtl="0" eaLnBrk="1" fontAlgn="base" hangingPunct="1">
        <a:spcBef>
          <a:spcPct val="0"/>
        </a:spcBef>
        <a:spcAft>
          <a:spcPct val="0"/>
        </a:spcAft>
        <a:defRPr sz="5000">
          <a:solidFill>
            <a:schemeClr val="tx1"/>
          </a:solidFill>
          <a:latin typeface="Calibri" charset="0"/>
          <a:ea typeface="MS PGothic" pitchFamily="34" charset="-128"/>
          <a:cs typeface="ＭＳ Ｐゴシック" charset="0"/>
        </a:defRPr>
      </a:lvl3pPr>
      <a:lvl4pPr algn="ctr" defTabSz="520700" rtl="0" eaLnBrk="1" fontAlgn="base" hangingPunct="1">
        <a:spcBef>
          <a:spcPct val="0"/>
        </a:spcBef>
        <a:spcAft>
          <a:spcPct val="0"/>
        </a:spcAft>
        <a:defRPr sz="5000">
          <a:solidFill>
            <a:schemeClr val="tx1"/>
          </a:solidFill>
          <a:latin typeface="Calibri" charset="0"/>
          <a:ea typeface="MS PGothic" pitchFamily="34" charset="-128"/>
          <a:cs typeface="ＭＳ Ｐゴシック" charset="0"/>
        </a:defRPr>
      </a:lvl4pPr>
      <a:lvl5pPr algn="ctr" defTabSz="520700" rtl="0" eaLnBrk="1" fontAlgn="base" hangingPunct="1">
        <a:spcBef>
          <a:spcPct val="0"/>
        </a:spcBef>
        <a:spcAft>
          <a:spcPct val="0"/>
        </a:spcAft>
        <a:defRPr sz="5000">
          <a:solidFill>
            <a:schemeClr val="tx1"/>
          </a:solidFill>
          <a:latin typeface="Calibri" charset="0"/>
          <a:ea typeface="MS PGothic" pitchFamily="34" charset="-128"/>
          <a:cs typeface="ＭＳ Ｐゴシック" charset="0"/>
        </a:defRPr>
      </a:lvl5pPr>
      <a:lvl6pPr marL="457200" algn="ctr" defTabSz="520700" rtl="0" eaLnBrk="1" fontAlgn="base" hangingPunct="1">
        <a:spcBef>
          <a:spcPct val="0"/>
        </a:spcBef>
        <a:spcAft>
          <a:spcPct val="0"/>
        </a:spcAft>
        <a:defRPr sz="50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6pPr>
      <a:lvl7pPr marL="914400" algn="ctr" defTabSz="520700" rtl="0" eaLnBrk="1" fontAlgn="base" hangingPunct="1">
        <a:spcBef>
          <a:spcPct val="0"/>
        </a:spcBef>
        <a:spcAft>
          <a:spcPct val="0"/>
        </a:spcAft>
        <a:defRPr sz="50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7pPr>
      <a:lvl8pPr marL="1371600" algn="ctr" defTabSz="520700" rtl="0" eaLnBrk="1" fontAlgn="base" hangingPunct="1">
        <a:spcBef>
          <a:spcPct val="0"/>
        </a:spcBef>
        <a:spcAft>
          <a:spcPct val="0"/>
        </a:spcAft>
        <a:defRPr sz="50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8pPr>
      <a:lvl9pPr marL="1828800" algn="ctr" defTabSz="520700" rtl="0" eaLnBrk="1" fontAlgn="base" hangingPunct="1">
        <a:spcBef>
          <a:spcPct val="0"/>
        </a:spcBef>
        <a:spcAft>
          <a:spcPct val="0"/>
        </a:spcAft>
        <a:defRPr sz="50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9pPr>
    </p:titleStyle>
    <p:bodyStyle>
      <a:lvl1pPr marL="390525" indent="-390525" algn="l" defTabSz="520700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•"/>
        <a:defRPr sz="3600" kern="1200">
          <a:solidFill>
            <a:schemeClr val="tx1"/>
          </a:solidFill>
          <a:latin typeface="Open Sans"/>
          <a:ea typeface="MS PGothic" pitchFamily="34" charset="-128"/>
          <a:cs typeface="Open Sans"/>
        </a:defRPr>
      </a:lvl1pPr>
      <a:lvl2pPr marL="846138" indent="-325438" algn="l" defTabSz="520700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–"/>
        <a:defRPr sz="3200" kern="1200">
          <a:solidFill>
            <a:schemeClr val="tx1"/>
          </a:solidFill>
          <a:latin typeface="Open Sans"/>
          <a:ea typeface="MS PGothic" pitchFamily="34" charset="-128"/>
          <a:cs typeface="+mn-cs"/>
        </a:defRPr>
      </a:lvl2pPr>
      <a:lvl3pPr marL="1303338" indent="-260350" algn="l" defTabSz="520700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•"/>
        <a:defRPr sz="2700" kern="1200">
          <a:solidFill>
            <a:schemeClr val="tx1"/>
          </a:solidFill>
          <a:latin typeface="Open Sans"/>
          <a:ea typeface="MS PGothic" pitchFamily="34" charset="-128"/>
          <a:cs typeface="+mn-cs"/>
        </a:defRPr>
      </a:lvl3pPr>
      <a:lvl4pPr marL="1824038" indent="-260350" algn="l" defTabSz="520700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–"/>
        <a:defRPr sz="2300" kern="1200">
          <a:solidFill>
            <a:schemeClr val="tx1"/>
          </a:solidFill>
          <a:latin typeface="Open Sans"/>
          <a:ea typeface="MS PGothic" pitchFamily="34" charset="-128"/>
          <a:cs typeface="+mn-cs"/>
        </a:defRPr>
      </a:lvl4pPr>
      <a:lvl5pPr marL="2346325" indent="-260350" algn="l" defTabSz="520700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»"/>
        <a:defRPr sz="2300" kern="1200">
          <a:solidFill>
            <a:schemeClr val="tx1"/>
          </a:solidFill>
          <a:latin typeface="Open Sans"/>
          <a:ea typeface="MS PGothic" pitchFamily="34" charset="-128"/>
          <a:cs typeface="+mn-cs"/>
        </a:defRPr>
      </a:lvl5pPr>
      <a:lvl6pPr marL="2867901" indent="-260718" algn="l" defTabSz="521437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6pPr>
      <a:lvl7pPr marL="3389338" indent="-260718" algn="l" defTabSz="521437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7pPr>
      <a:lvl8pPr marL="3910775" indent="-260718" algn="l" defTabSz="521437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8pPr>
      <a:lvl9pPr marL="4432211" indent="-260718" algn="l" defTabSz="521437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21437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21437" algn="l" defTabSz="521437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42873" algn="l" defTabSz="521437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564310" algn="l" defTabSz="521437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085746" algn="l" defTabSz="521437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607183" algn="l" defTabSz="521437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128620" algn="l" defTabSz="521437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650056" algn="l" defTabSz="521437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171493" algn="l" defTabSz="521437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" descr="Background 02.jpg"/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5254"/>
            <a:ext cx="10688637" cy="71290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7"/>
          <p:cNvSpPr/>
          <p:nvPr/>
        </p:nvSpPr>
        <p:spPr>
          <a:xfrm>
            <a:off x="0" y="5687237"/>
            <a:ext cx="10688636" cy="1875613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2316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893273" y="1637387"/>
            <a:ext cx="8260933" cy="12604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id-ID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93273" y="2907929"/>
            <a:ext cx="8260933" cy="38478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4432" y="7116596"/>
            <a:ext cx="2494016" cy="40265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2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F9B71C-2D91-4D15-BAB7-ADA66F828B46}" type="datetimeFigureOut">
              <a:rPr lang="id-ID" smtClean="0"/>
              <a:pPr/>
              <a:t>20/12/2023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51952" y="7116596"/>
            <a:ext cx="3384735" cy="40265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2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60190" y="7116596"/>
            <a:ext cx="2494016" cy="40265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2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73735F-2667-4028-B606-D96AABD86FDB}" type="slidenum">
              <a:rPr lang="id-ID" smtClean="0"/>
              <a:pPr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6775337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</p:sldLayoutIdLst>
  <p:txStyles>
    <p:titleStyle>
      <a:lvl1pPr algn="ctr" defTabSz="1008400" rtl="0" eaLnBrk="1" latinLnBrk="0" hangingPunct="1">
        <a:spcBef>
          <a:spcPct val="0"/>
        </a:spcBef>
        <a:buNone/>
        <a:defRPr sz="3308" b="1" kern="1200">
          <a:solidFill>
            <a:srgbClr val="0079B8"/>
          </a:solidFill>
          <a:latin typeface="Open Sans"/>
          <a:ea typeface="+mj-ea"/>
          <a:cs typeface="+mj-cs"/>
        </a:defRPr>
      </a:lvl1pPr>
    </p:titleStyle>
    <p:bodyStyle>
      <a:lvl1pPr marL="378150" indent="-378150" algn="l" defTabSz="1008400" rtl="0" eaLnBrk="1" latinLnBrk="0" hangingPunct="1">
        <a:spcBef>
          <a:spcPct val="20000"/>
        </a:spcBef>
        <a:buFont typeface="Arial" pitchFamily="34" charset="0"/>
        <a:buChar char="•"/>
        <a:defRPr sz="2206" kern="1200">
          <a:solidFill>
            <a:schemeClr val="tx1"/>
          </a:solidFill>
          <a:latin typeface="Open Sans"/>
          <a:ea typeface="+mn-ea"/>
          <a:cs typeface="+mn-cs"/>
        </a:defRPr>
      </a:lvl1pPr>
      <a:lvl2pPr marL="819325" indent="-315125" algn="l" defTabSz="1008400" rtl="0" eaLnBrk="1" latinLnBrk="0" hangingPunct="1">
        <a:spcBef>
          <a:spcPct val="20000"/>
        </a:spcBef>
        <a:buFont typeface="Arial" pitchFamily="34" charset="0"/>
        <a:buChar char="–"/>
        <a:defRPr sz="2206" kern="1200">
          <a:solidFill>
            <a:schemeClr val="tx1"/>
          </a:solidFill>
          <a:latin typeface="Open Sans"/>
          <a:ea typeface="+mn-ea"/>
          <a:cs typeface="+mn-cs"/>
        </a:defRPr>
      </a:lvl2pPr>
      <a:lvl3pPr marL="1260500" indent="-252100" algn="l" defTabSz="1008400" rtl="0" eaLnBrk="1" latinLnBrk="0" hangingPunct="1">
        <a:spcBef>
          <a:spcPct val="20000"/>
        </a:spcBef>
        <a:buFont typeface="Arial" pitchFamily="34" charset="0"/>
        <a:buChar char="•"/>
        <a:defRPr sz="2206" kern="1200">
          <a:solidFill>
            <a:schemeClr val="tx1"/>
          </a:solidFill>
          <a:latin typeface="Open Sans"/>
          <a:ea typeface="+mn-ea"/>
          <a:cs typeface="+mn-cs"/>
        </a:defRPr>
      </a:lvl3pPr>
      <a:lvl4pPr marL="1764701" indent="-252100" algn="l" defTabSz="1008400" rtl="0" eaLnBrk="1" latinLnBrk="0" hangingPunct="1">
        <a:spcBef>
          <a:spcPct val="20000"/>
        </a:spcBef>
        <a:buFont typeface="Arial" pitchFamily="34" charset="0"/>
        <a:buChar char="–"/>
        <a:defRPr sz="2206" kern="1200">
          <a:solidFill>
            <a:schemeClr val="tx1"/>
          </a:solidFill>
          <a:latin typeface="Open Sans"/>
          <a:ea typeface="+mn-ea"/>
          <a:cs typeface="+mn-cs"/>
        </a:defRPr>
      </a:lvl4pPr>
      <a:lvl5pPr marL="2268901" indent="-252100" algn="l" defTabSz="1008400" rtl="0" eaLnBrk="1" latinLnBrk="0" hangingPunct="1">
        <a:spcBef>
          <a:spcPct val="20000"/>
        </a:spcBef>
        <a:buFont typeface="Arial" pitchFamily="34" charset="0"/>
        <a:buChar char="»"/>
        <a:defRPr sz="2206" kern="1200">
          <a:solidFill>
            <a:schemeClr val="tx1"/>
          </a:solidFill>
          <a:latin typeface="Open Sans"/>
          <a:ea typeface="+mn-ea"/>
          <a:cs typeface="+mn-cs"/>
        </a:defRPr>
      </a:lvl5pPr>
      <a:lvl6pPr marL="2773101" indent="-252100" algn="l" defTabSz="1008400" rtl="0" eaLnBrk="1" latinLnBrk="0" hangingPunct="1">
        <a:spcBef>
          <a:spcPct val="20000"/>
        </a:spcBef>
        <a:buFont typeface="Arial" pitchFamily="34" charset="0"/>
        <a:buChar char="•"/>
        <a:defRPr sz="2206" kern="1200">
          <a:solidFill>
            <a:schemeClr val="tx1"/>
          </a:solidFill>
          <a:latin typeface="+mn-lt"/>
          <a:ea typeface="+mn-ea"/>
          <a:cs typeface="+mn-cs"/>
        </a:defRPr>
      </a:lvl6pPr>
      <a:lvl7pPr marL="3277301" indent="-252100" algn="l" defTabSz="1008400" rtl="0" eaLnBrk="1" latinLnBrk="0" hangingPunct="1">
        <a:spcBef>
          <a:spcPct val="20000"/>
        </a:spcBef>
        <a:buFont typeface="Arial" pitchFamily="34" charset="0"/>
        <a:buChar char="•"/>
        <a:defRPr sz="2206" kern="1200">
          <a:solidFill>
            <a:schemeClr val="tx1"/>
          </a:solidFill>
          <a:latin typeface="+mn-lt"/>
          <a:ea typeface="+mn-ea"/>
          <a:cs typeface="+mn-cs"/>
        </a:defRPr>
      </a:lvl7pPr>
      <a:lvl8pPr marL="3781501" indent="-252100" algn="l" defTabSz="1008400" rtl="0" eaLnBrk="1" latinLnBrk="0" hangingPunct="1">
        <a:spcBef>
          <a:spcPct val="20000"/>
        </a:spcBef>
        <a:buFont typeface="Arial" pitchFamily="34" charset="0"/>
        <a:buChar char="•"/>
        <a:defRPr sz="2206" kern="1200">
          <a:solidFill>
            <a:schemeClr val="tx1"/>
          </a:solidFill>
          <a:latin typeface="+mn-lt"/>
          <a:ea typeface="+mn-ea"/>
          <a:cs typeface="+mn-cs"/>
        </a:defRPr>
      </a:lvl8pPr>
      <a:lvl9pPr marL="4285701" indent="-252100" algn="l" defTabSz="1008400" rtl="0" eaLnBrk="1" latinLnBrk="0" hangingPunct="1">
        <a:spcBef>
          <a:spcPct val="20000"/>
        </a:spcBef>
        <a:buFont typeface="Arial" pitchFamily="34" charset="0"/>
        <a:buChar char="•"/>
        <a:defRPr sz="220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d-ID"/>
      </a:defPPr>
      <a:lvl1pPr marL="0" algn="l" defTabSz="1008400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1pPr>
      <a:lvl2pPr marL="504200" algn="l" defTabSz="1008400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2pPr>
      <a:lvl3pPr marL="1008400" algn="l" defTabSz="1008400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3pPr>
      <a:lvl4pPr marL="1512600" algn="l" defTabSz="1008400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4pPr>
      <a:lvl5pPr marL="2016801" algn="l" defTabSz="1008400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5pPr>
      <a:lvl6pPr marL="2521001" algn="l" defTabSz="1008400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6pPr>
      <a:lvl7pPr marL="3025201" algn="l" defTabSz="1008400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7pPr>
      <a:lvl8pPr marL="3529401" algn="l" defTabSz="1008400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8pPr>
      <a:lvl9pPr marL="4033601" algn="l" defTabSz="1008400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" descr="Background 01-02.jpg"/>
          <p:cNvPicPr>
            <a:picLocks noChangeAspect="1"/>
          </p:cNvPicPr>
          <p:nvPr userDrawn="1"/>
        </p:nvPicPr>
        <p:blipFill>
          <a:blip r:embed="rId10" cstate="screen"/>
          <a:srcRect/>
          <a:stretch>
            <a:fillRect/>
          </a:stretch>
        </p:blipFill>
        <p:spPr bwMode="auto">
          <a:xfrm>
            <a:off x="0" y="0"/>
            <a:ext cx="10688638" cy="755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1200151" y="596902"/>
            <a:ext cx="9618662" cy="1260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4287" tIns="52144" rIns="104287" bIns="52144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200151" y="1857376"/>
            <a:ext cx="9618662" cy="49911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4287" tIns="52144" rIns="104287" bIns="5214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4988" y="7010400"/>
            <a:ext cx="2493962" cy="401638"/>
          </a:xfrm>
          <a:prstGeom prst="rect">
            <a:avLst/>
          </a:prstGeom>
        </p:spPr>
        <p:txBody>
          <a:bodyPr vert="horz" wrap="square" lIns="104287" tIns="52144" rIns="104287" bIns="52144" numCol="1" anchor="ctr" anchorCtr="0" compatLnSpc="1">
            <a:prstTxWarp prst="textNoShape">
              <a:avLst/>
            </a:prstTxWarp>
          </a:bodyPr>
          <a:lstStyle>
            <a:lvl1pPr>
              <a:defRPr sz="1113" smtClean="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51250" y="7010400"/>
            <a:ext cx="3386138" cy="401638"/>
          </a:xfrm>
          <a:prstGeom prst="rect">
            <a:avLst/>
          </a:prstGeom>
        </p:spPr>
        <p:txBody>
          <a:bodyPr vert="horz" lIns="104287" tIns="52144" rIns="104287" bIns="52144" rtlCol="0" anchor="ctr"/>
          <a:lstStyle>
            <a:lvl1pPr algn="ctr" defTabSz="414538" fontAlgn="auto">
              <a:spcBef>
                <a:spcPts val="0"/>
              </a:spcBef>
              <a:spcAft>
                <a:spcPts val="0"/>
              </a:spcAft>
              <a:defRPr sz="1113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59689" y="7010400"/>
            <a:ext cx="2493962" cy="401638"/>
          </a:xfrm>
          <a:prstGeom prst="rect">
            <a:avLst/>
          </a:prstGeom>
        </p:spPr>
        <p:txBody>
          <a:bodyPr vert="horz" wrap="square" lIns="104287" tIns="52144" rIns="104287" bIns="52144" numCol="1" anchor="ctr" anchorCtr="0" compatLnSpc="1">
            <a:prstTxWarp prst="textNoShape">
              <a:avLst/>
            </a:prstTxWarp>
          </a:bodyPr>
          <a:lstStyle>
            <a:lvl1pPr algn="r">
              <a:defRPr sz="1113" smtClean="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F1FCD700-A755-4C30-8B04-5025159A3A5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2253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</p:sldLayoutIdLst>
  <p:hf hdr="0" ftr="0" dt="0"/>
  <p:txStyles>
    <p:titleStyle>
      <a:lvl1pPr algn="l" defTabSz="413952" rtl="0" eaLnBrk="0" fontAlgn="base" hangingPunct="0">
        <a:spcBef>
          <a:spcPct val="0"/>
        </a:spcBef>
        <a:spcAft>
          <a:spcPct val="0"/>
        </a:spcAft>
        <a:defRPr sz="2544" kern="1200">
          <a:solidFill>
            <a:schemeClr val="tx1"/>
          </a:solidFill>
          <a:latin typeface="Open Sans"/>
          <a:ea typeface="MS PGothic" pitchFamily="34" charset="-128"/>
          <a:cs typeface="Open Sans"/>
        </a:defRPr>
      </a:lvl1pPr>
      <a:lvl2pPr algn="ctr" defTabSz="413952" rtl="0" eaLnBrk="0" fontAlgn="base" hangingPunct="0">
        <a:spcBef>
          <a:spcPct val="0"/>
        </a:spcBef>
        <a:spcAft>
          <a:spcPct val="0"/>
        </a:spcAft>
        <a:defRPr sz="3975">
          <a:solidFill>
            <a:schemeClr val="tx1"/>
          </a:solidFill>
          <a:latin typeface="Calibri" charset="0"/>
          <a:ea typeface="MS PGothic" pitchFamily="34" charset="-128"/>
          <a:cs typeface="ＭＳ Ｐゴシック" charset="0"/>
        </a:defRPr>
      </a:lvl2pPr>
      <a:lvl3pPr algn="ctr" defTabSz="413952" rtl="0" eaLnBrk="0" fontAlgn="base" hangingPunct="0">
        <a:spcBef>
          <a:spcPct val="0"/>
        </a:spcBef>
        <a:spcAft>
          <a:spcPct val="0"/>
        </a:spcAft>
        <a:defRPr sz="3975">
          <a:solidFill>
            <a:schemeClr val="tx1"/>
          </a:solidFill>
          <a:latin typeface="Calibri" charset="0"/>
          <a:ea typeface="MS PGothic" pitchFamily="34" charset="-128"/>
          <a:cs typeface="ＭＳ Ｐゴシック" charset="0"/>
        </a:defRPr>
      </a:lvl3pPr>
      <a:lvl4pPr algn="ctr" defTabSz="413952" rtl="0" eaLnBrk="0" fontAlgn="base" hangingPunct="0">
        <a:spcBef>
          <a:spcPct val="0"/>
        </a:spcBef>
        <a:spcAft>
          <a:spcPct val="0"/>
        </a:spcAft>
        <a:defRPr sz="3975">
          <a:solidFill>
            <a:schemeClr val="tx1"/>
          </a:solidFill>
          <a:latin typeface="Calibri" charset="0"/>
          <a:ea typeface="MS PGothic" pitchFamily="34" charset="-128"/>
          <a:cs typeface="ＭＳ Ｐゴシック" charset="0"/>
        </a:defRPr>
      </a:lvl4pPr>
      <a:lvl5pPr algn="ctr" defTabSz="413952" rtl="0" eaLnBrk="0" fontAlgn="base" hangingPunct="0">
        <a:spcBef>
          <a:spcPct val="0"/>
        </a:spcBef>
        <a:spcAft>
          <a:spcPct val="0"/>
        </a:spcAft>
        <a:defRPr sz="3975">
          <a:solidFill>
            <a:schemeClr val="tx1"/>
          </a:solidFill>
          <a:latin typeface="Calibri" charset="0"/>
          <a:ea typeface="MS PGothic" pitchFamily="34" charset="-128"/>
          <a:cs typeface="ＭＳ Ｐゴシック" charset="0"/>
        </a:defRPr>
      </a:lvl5pPr>
      <a:lvl6pPr marL="363470" algn="ctr" defTabSz="413952" rtl="0" fontAlgn="base">
        <a:spcBef>
          <a:spcPct val="0"/>
        </a:spcBef>
        <a:spcAft>
          <a:spcPct val="0"/>
        </a:spcAft>
        <a:defRPr sz="3975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6pPr>
      <a:lvl7pPr marL="726940" algn="ctr" defTabSz="413952" rtl="0" fontAlgn="base">
        <a:spcBef>
          <a:spcPct val="0"/>
        </a:spcBef>
        <a:spcAft>
          <a:spcPct val="0"/>
        </a:spcAft>
        <a:defRPr sz="3975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7pPr>
      <a:lvl8pPr marL="1090411" algn="ctr" defTabSz="413952" rtl="0" fontAlgn="base">
        <a:spcBef>
          <a:spcPct val="0"/>
        </a:spcBef>
        <a:spcAft>
          <a:spcPct val="0"/>
        </a:spcAft>
        <a:defRPr sz="3975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8pPr>
      <a:lvl9pPr marL="1453881" algn="ctr" defTabSz="413952" rtl="0" fontAlgn="base">
        <a:spcBef>
          <a:spcPct val="0"/>
        </a:spcBef>
        <a:spcAft>
          <a:spcPct val="0"/>
        </a:spcAft>
        <a:defRPr sz="3975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9pPr>
    </p:titleStyle>
    <p:bodyStyle>
      <a:lvl1pPr marL="310464" indent="-310464" algn="l" defTabSz="413952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862" kern="1200">
          <a:solidFill>
            <a:schemeClr val="tx1"/>
          </a:solidFill>
          <a:latin typeface="Open Sans"/>
          <a:ea typeface="MS PGothic" pitchFamily="34" charset="-128"/>
          <a:cs typeface="Open Sans"/>
        </a:defRPr>
      </a:lvl1pPr>
      <a:lvl2pPr marL="672673" indent="-258720" algn="l" defTabSz="413952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544" kern="1200">
          <a:solidFill>
            <a:schemeClr val="tx1"/>
          </a:solidFill>
          <a:latin typeface="Open Sans"/>
          <a:ea typeface="MS PGothic" pitchFamily="34" charset="-128"/>
          <a:cs typeface="+mn-cs"/>
        </a:defRPr>
      </a:lvl2pPr>
      <a:lvl3pPr marL="1036143" indent="-206976" algn="l" defTabSz="413952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146" kern="1200">
          <a:solidFill>
            <a:schemeClr val="tx1"/>
          </a:solidFill>
          <a:latin typeface="Open Sans"/>
          <a:ea typeface="MS PGothic" pitchFamily="34" charset="-128"/>
          <a:cs typeface="+mn-cs"/>
        </a:defRPr>
      </a:lvl3pPr>
      <a:lvl4pPr marL="1450095" indent="-206976" algn="l" defTabSz="413952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1829" kern="1200">
          <a:solidFill>
            <a:schemeClr val="tx1"/>
          </a:solidFill>
          <a:latin typeface="Open Sans"/>
          <a:ea typeface="MS PGothic" pitchFamily="34" charset="-128"/>
          <a:cs typeface="+mn-cs"/>
        </a:defRPr>
      </a:lvl4pPr>
      <a:lvl5pPr marL="1865309" indent="-206976" algn="l" defTabSz="413952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1829" kern="1200">
          <a:solidFill>
            <a:schemeClr val="tx1"/>
          </a:solidFill>
          <a:latin typeface="Open Sans"/>
          <a:ea typeface="MS PGothic" pitchFamily="34" charset="-128"/>
          <a:cs typeface="+mn-cs"/>
        </a:defRPr>
      </a:lvl5pPr>
      <a:lvl6pPr marL="2279957" indent="-207269" algn="l" defTabSz="414538" rtl="0" eaLnBrk="1" latinLnBrk="0" hangingPunct="1">
        <a:spcBef>
          <a:spcPct val="20000"/>
        </a:spcBef>
        <a:buFont typeface="Arial"/>
        <a:buChar char="•"/>
        <a:defRPr sz="1829" kern="1200">
          <a:solidFill>
            <a:schemeClr val="tx1"/>
          </a:solidFill>
          <a:latin typeface="+mn-lt"/>
          <a:ea typeface="+mn-ea"/>
          <a:cs typeface="+mn-cs"/>
        </a:defRPr>
      </a:lvl6pPr>
      <a:lvl7pPr marL="2694495" indent="-207269" algn="l" defTabSz="414538" rtl="0" eaLnBrk="1" latinLnBrk="0" hangingPunct="1">
        <a:spcBef>
          <a:spcPct val="20000"/>
        </a:spcBef>
        <a:buFont typeface="Arial"/>
        <a:buChar char="•"/>
        <a:defRPr sz="1829" kern="1200">
          <a:solidFill>
            <a:schemeClr val="tx1"/>
          </a:solidFill>
          <a:latin typeface="+mn-lt"/>
          <a:ea typeface="+mn-ea"/>
          <a:cs typeface="+mn-cs"/>
        </a:defRPr>
      </a:lvl7pPr>
      <a:lvl8pPr marL="3109033" indent="-207269" algn="l" defTabSz="414538" rtl="0" eaLnBrk="1" latinLnBrk="0" hangingPunct="1">
        <a:spcBef>
          <a:spcPct val="20000"/>
        </a:spcBef>
        <a:buFont typeface="Arial"/>
        <a:buChar char="•"/>
        <a:defRPr sz="1829" kern="1200">
          <a:solidFill>
            <a:schemeClr val="tx1"/>
          </a:solidFill>
          <a:latin typeface="+mn-lt"/>
          <a:ea typeface="+mn-ea"/>
          <a:cs typeface="+mn-cs"/>
        </a:defRPr>
      </a:lvl8pPr>
      <a:lvl9pPr marL="3523570" indent="-207269" algn="l" defTabSz="414538" rtl="0" eaLnBrk="1" latinLnBrk="0" hangingPunct="1">
        <a:spcBef>
          <a:spcPct val="20000"/>
        </a:spcBef>
        <a:buFont typeface="Arial"/>
        <a:buChar char="•"/>
        <a:defRPr sz="182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14538" rtl="0" eaLnBrk="1" latinLnBrk="0" hangingPunct="1">
        <a:defRPr sz="1669" kern="1200">
          <a:solidFill>
            <a:schemeClr val="tx1"/>
          </a:solidFill>
          <a:latin typeface="+mn-lt"/>
          <a:ea typeface="+mn-ea"/>
          <a:cs typeface="+mn-cs"/>
        </a:defRPr>
      </a:lvl1pPr>
      <a:lvl2pPr marL="414538" algn="l" defTabSz="414538" rtl="0" eaLnBrk="1" latinLnBrk="0" hangingPunct="1">
        <a:defRPr sz="1669" kern="1200">
          <a:solidFill>
            <a:schemeClr val="tx1"/>
          </a:solidFill>
          <a:latin typeface="+mn-lt"/>
          <a:ea typeface="+mn-ea"/>
          <a:cs typeface="+mn-cs"/>
        </a:defRPr>
      </a:lvl2pPr>
      <a:lvl3pPr marL="829075" algn="l" defTabSz="414538" rtl="0" eaLnBrk="1" latinLnBrk="0" hangingPunct="1">
        <a:defRPr sz="1669" kern="1200">
          <a:solidFill>
            <a:schemeClr val="tx1"/>
          </a:solidFill>
          <a:latin typeface="+mn-lt"/>
          <a:ea typeface="+mn-ea"/>
          <a:cs typeface="+mn-cs"/>
        </a:defRPr>
      </a:lvl3pPr>
      <a:lvl4pPr marL="1243613" algn="l" defTabSz="414538" rtl="0" eaLnBrk="1" latinLnBrk="0" hangingPunct="1">
        <a:defRPr sz="1669" kern="1200">
          <a:solidFill>
            <a:schemeClr val="tx1"/>
          </a:solidFill>
          <a:latin typeface="+mn-lt"/>
          <a:ea typeface="+mn-ea"/>
          <a:cs typeface="+mn-cs"/>
        </a:defRPr>
      </a:lvl4pPr>
      <a:lvl5pPr marL="1658150" algn="l" defTabSz="414538" rtl="0" eaLnBrk="1" latinLnBrk="0" hangingPunct="1">
        <a:defRPr sz="1669" kern="1200">
          <a:solidFill>
            <a:schemeClr val="tx1"/>
          </a:solidFill>
          <a:latin typeface="+mn-lt"/>
          <a:ea typeface="+mn-ea"/>
          <a:cs typeface="+mn-cs"/>
        </a:defRPr>
      </a:lvl5pPr>
      <a:lvl6pPr marL="2072689" algn="l" defTabSz="414538" rtl="0" eaLnBrk="1" latinLnBrk="0" hangingPunct="1">
        <a:defRPr sz="1669" kern="1200">
          <a:solidFill>
            <a:schemeClr val="tx1"/>
          </a:solidFill>
          <a:latin typeface="+mn-lt"/>
          <a:ea typeface="+mn-ea"/>
          <a:cs typeface="+mn-cs"/>
        </a:defRPr>
      </a:lvl6pPr>
      <a:lvl7pPr marL="2487227" algn="l" defTabSz="414538" rtl="0" eaLnBrk="1" latinLnBrk="0" hangingPunct="1">
        <a:defRPr sz="1669" kern="1200">
          <a:solidFill>
            <a:schemeClr val="tx1"/>
          </a:solidFill>
          <a:latin typeface="+mn-lt"/>
          <a:ea typeface="+mn-ea"/>
          <a:cs typeface="+mn-cs"/>
        </a:defRPr>
      </a:lvl7pPr>
      <a:lvl8pPr marL="2901764" algn="l" defTabSz="414538" rtl="0" eaLnBrk="1" latinLnBrk="0" hangingPunct="1">
        <a:defRPr sz="1669" kern="1200">
          <a:solidFill>
            <a:schemeClr val="tx1"/>
          </a:solidFill>
          <a:latin typeface="+mn-lt"/>
          <a:ea typeface="+mn-ea"/>
          <a:cs typeface="+mn-cs"/>
        </a:defRPr>
      </a:lvl8pPr>
      <a:lvl9pPr marL="3316302" algn="l" defTabSz="414538" rtl="0" eaLnBrk="1" latinLnBrk="0" hangingPunct="1">
        <a:defRPr sz="166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528865" y="595224"/>
            <a:ext cx="9630908" cy="7902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Slide Title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528865" y="2342578"/>
            <a:ext cx="9630908" cy="45522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255503" y="7195232"/>
            <a:ext cx="219612" cy="224036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defTabSz="256084">
              <a:defRPr sz="789">
                <a:solidFill>
                  <a:srgbClr val="000000"/>
                </a:solidFill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</a:defRPr>
            </a:lvl1pPr>
          </a:lstStyle>
          <a:p>
            <a:fld id="{86CB4B4D-7CA3-9044-876B-883B54F8677D}" type="slidenum">
              <a:rPr lang="en-ID"/>
              <a:pPr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4100835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86" r:id="rId6"/>
    <p:sldLayoutId id="2147483687" r:id="rId7"/>
    <p:sldLayoutId id="2147483688" r:id="rId8"/>
    <p:sldLayoutId id="2147483689" r:id="rId9"/>
    <p:sldLayoutId id="2147483690" r:id="rId10"/>
    <p:sldLayoutId id="2147483691" r:id="rId11"/>
    <p:sldLayoutId id="2147483692" r:id="rId12"/>
    <p:sldLayoutId id="2147483693" r:id="rId13"/>
    <p:sldLayoutId id="2147483694" r:id="rId14"/>
    <p:sldLayoutId id="2147483695" r:id="rId15"/>
    <p:sldLayoutId id="2147483696" r:id="rId16"/>
    <p:sldLayoutId id="2147483697" r:id="rId17"/>
    <p:sldLayoutId id="2147483698" r:id="rId18"/>
    <p:sldLayoutId id="2147483699" r:id="rId19"/>
    <p:sldLayoutId id="2147483700" r:id="rId20"/>
    <p:sldLayoutId id="2147483701" r:id="rId21"/>
    <p:sldLayoutId id="2147483702" r:id="rId22"/>
    <p:sldLayoutId id="2147483703" r:id="rId23"/>
    <p:sldLayoutId id="2147483704" r:id="rId24"/>
    <p:sldLayoutId id="2147483705" r:id="rId25"/>
    <p:sldLayoutId id="2147483706" r:id="rId26"/>
  </p:sldLayoutIdLst>
  <p:transition spd="med"/>
  <p:hf hdr="0" ftr="0" dt="0"/>
  <p:txStyles>
    <p:titleStyle>
      <a:lvl1pPr marL="0" marR="0" indent="0" algn="l" defTabSz="1068845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726" b="1" i="0" u="none" strike="noStrike" cap="none" spc="-75" baseline="0">
          <a:solidFill>
            <a:srgbClr val="000000"/>
          </a:solidFill>
          <a:uFillTx/>
          <a:latin typeface="Open Sans ExtraBold" panose="020B0606030504020204" pitchFamily="34" charset="0"/>
          <a:ea typeface="Open Sans ExtraBold" panose="020B0606030504020204" pitchFamily="34" charset="0"/>
          <a:cs typeface="Open Sans ExtraBold" panose="020B0606030504020204" pitchFamily="34" charset="0"/>
          <a:sym typeface="Helvetica Neue"/>
        </a:defRPr>
      </a:lvl1pPr>
      <a:lvl2pPr marL="0" marR="0" indent="200414" algn="l" defTabSz="1068845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726" b="1" i="0" u="none" strike="noStrike" cap="none" spc="-75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400827" algn="l" defTabSz="1068845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726" b="1" i="0" u="none" strike="noStrike" cap="none" spc="-75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601241" algn="l" defTabSz="1068845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726" b="1" i="0" u="none" strike="noStrike" cap="none" spc="-75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801654" algn="l" defTabSz="1068845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726" b="1" i="0" u="none" strike="noStrike" cap="none" spc="-75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1002068" algn="l" defTabSz="1068845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726" b="1" i="0" u="none" strike="noStrike" cap="none" spc="-75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1202482" algn="l" defTabSz="1068845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726" b="1" i="0" u="none" strike="noStrike" cap="none" spc="-75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1402895" algn="l" defTabSz="1068845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726" b="1" i="0" u="none" strike="noStrike" cap="none" spc="-75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1603309" algn="l" defTabSz="1068845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726" b="1" i="0" u="none" strike="noStrike" cap="none" spc="-75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267218" marR="0" indent="-267218" algn="l" defTabSz="1068845" rtl="0" eaLnBrk="1" latinLnBrk="0" hangingPunct="1">
        <a:lnSpc>
          <a:spcPct val="90000"/>
        </a:lnSpc>
        <a:spcBef>
          <a:spcPts val="1973"/>
        </a:spcBef>
        <a:spcAft>
          <a:spcPts val="0"/>
        </a:spcAft>
        <a:buClrTx/>
        <a:buSzPct val="123000"/>
        <a:buFontTx/>
        <a:buChar char="•"/>
        <a:tabLst/>
        <a:defRPr sz="2104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1pPr>
      <a:lvl2pPr marL="534436" marR="0" indent="-267218" algn="l" defTabSz="1068845" rtl="0" eaLnBrk="1" latinLnBrk="0" hangingPunct="1">
        <a:lnSpc>
          <a:spcPct val="90000"/>
        </a:lnSpc>
        <a:spcBef>
          <a:spcPts val="1973"/>
        </a:spcBef>
        <a:spcAft>
          <a:spcPts val="0"/>
        </a:spcAft>
        <a:buClrTx/>
        <a:buSzPct val="123000"/>
        <a:buFontTx/>
        <a:buChar char="•"/>
        <a:tabLst/>
        <a:defRPr sz="2104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2pPr>
      <a:lvl3pPr marL="801654" marR="0" indent="-267218" algn="l" defTabSz="1068845" rtl="0" eaLnBrk="1" latinLnBrk="0" hangingPunct="1">
        <a:lnSpc>
          <a:spcPct val="90000"/>
        </a:lnSpc>
        <a:spcBef>
          <a:spcPts val="1973"/>
        </a:spcBef>
        <a:spcAft>
          <a:spcPts val="0"/>
        </a:spcAft>
        <a:buClrTx/>
        <a:buSzPct val="123000"/>
        <a:buFontTx/>
        <a:buChar char="•"/>
        <a:tabLst/>
        <a:defRPr sz="2104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3pPr>
      <a:lvl4pPr marL="1068873" marR="0" indent="-267218" algn="l" defTabSz="1068845" rtl="0" eaLnBrk="1" latinLnBrk="0" hangingPunct="1">
        <a:lnSpc>
          <a:spcPct val="90000"/>
        </a:lnSpc>
        <a:spcBef>
          <a:spcPts val="1973"/>
        </a:spcBef>
        <a:spcAft>
          <a:spcPts val="0"/>
        </a:spcAft>
        <a:buClrTx/>
        <a:buSzPct val="123000"/>
        <a:buFontTx/>
        <a:buChar char="•"/>
        <a:tabLst/>
        <a:defRPr sz="2104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4pPr>
      <a:lvl5pPr marL="1336091" marR="0" indent="-267218" algn="l" defTabSz="1068845" rtl="0" eaLnBrk="1" latinLnBrk="0" hangingPunct="1">
        <a:lnSpc>
          <a:spcPct val="90000"/>
        </a:lnSpc>
        <a:spcBef>
          <a:spcPts val="1973"/>
        </a:spcBef>
        <a:spcAft>
          <a:spcPts val="0"/>
        </a:spcAft>
        <a:buClrTx/>
        <a:buSzPct val="123000"/>
        <a:buFontTx/>
        <a:buChar char="•"/>
        <a:tabLst/>
        <a:defRPr sz="2104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5pPr>
      <a:lvl6pPr marL="1603309" marR="0" indent="-267218" algn="l" defTabSz="1068845" rtl="0" eaLnBrk="1" latinLnBrk="0" hangingPunct="1">
        <a:lnSpc>
          <a:spcPct val="90000"/>
        </a:lnSpc>
        <a:spcBef>
          <a:spcPts val="1973"/>
        </a:spcBef>
        <a:spcAft>
          <a:spcPts val="0"/>
        </a:spcAft>
        <a:buClrTx/>
        <a:buSzPct val="123000"/>
        <a:buFontTx/>
        <a:buChar char="•"/>
        <a:tabLst/>
        <a:defRPr sz="2104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1870527" marR="0" indent="-267218" algn="l" defTabSz="1068845" rtl="0" eaLnBrk="1" latinLnBrk="0" hangingPunct="1">
        <a:lnSpc>
          <a:spcPct val="90000"/>
        </a:lnSpc>
        <a:spcBef>
          <a:spcPts val="1973"/>
        </a:spcBef>
        <a:spcAft>
          <a:spcPts val="0"/>
        </a:spcAft>
        <a:buClrTx/>
        <a:buSzPct val="123000"/>
        <a:buFontTx/>
        <a:buChar char="•"/>
        <a:tabLst/>
        <a:defRPr sz="2104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2137745" marR="0" indent="-267218" algn="l" defTabSz="1068845" rtl="0" eaLnBrk="1" latinLnBrk="0" hangingPunct="1">
        <a:lnSpc>
          <a:spcPct val="90000"/>
        </a:lnSpc>
        <a:spcBef>
          <a:spcPts val="1973"/>
        </a:spcBef>
        <a:spcAft>
          <a:spcPts val="0"/>
        </a:spcAft>
        <a:buClrTx/>
        <a:buSzPct val="123000"/>
        <a:buFontTx/>
        <a:buChar char="•"/>
        <a:tabLst/>
        <a:defRPr sz="2104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2404963" marR="0" indent="-267218" algn="l" defTabSz="1068845" rtl="0" eaLnBrk="1" latinLnBrk="0" hangingPunct="1">
        <a:lnSpc>
          <a:spcPct val="90000"/>
        </a:lnSpc>
        <a:spcBef>
          <a:spcPts val="1973"/>
        </a:spcBef>
        <a:spcAft>
          <a:spcPts val="0"/>
        </a:spcAft>
        <a:buClrTx/>
        <a:buSzPct val="123000"/>
        <a:buFontTx/>
        <a:buChar char="•"/>
        <a:tabLst/>
        <a:defRPr sz="2104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256084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89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200414" algn="ctr" defTabSz="256084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89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400827" algn="ctr" defTabSz="256084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89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601241" algn="ctr" defTabSz="256084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89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801654" algn="ctr" defTabSz="256084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89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1002068" algn="ctr" defTabSz="256084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89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1202482" algn="ctr" defTabSz="256084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89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1402895" algn="ctr" defTabSz="256084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89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1603309" algn="ctr" defTabSz="256084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89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5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5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5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w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53.xml"/><Relationship Id="rId4" Type="http://schemas.openxmlformats.org/officeDocument/2006/relationships/image" Target="../media/image38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w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5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w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5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wmf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5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wmf"/><Relationship Id="rId7" Type="http://schemas.openxmlformats.org/officeDocument/2006/relationships/image" Target="../media/image42.wmf"/><Relationship Id="rId2" Type="http://schemas.openxmlformats.org/officeDocument/2006/relationships/oleObject" Target="../embeddings/oleObject6.bin"/><Relationship Id="rId1" Type="http://schemas.openxmlformats.org/officeDocument/2006/relationships/slideLayout" Target="../slideLayouts/slideLayout53.xml"/><Relationship Id="rId6" Type="http://schemas.openxmlformats.org/officeDocument/2006/relationships/oleObject" Target="../embeddings/oleObject8.bin"/><Relationship Id="rId5" Type="http://schemas.openxmlformats.org/officeDocument/2006/relationships/image" Target="../media/image41.wmf"/><Relationship Id="rId4" Type="http://schemas.openxmlformats.org/officeDocument/2006/relationships/oleObject" Target="../embeddings/oleObject7.bin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wmf"/><Relationship Id="rId2" Type="http://schemas.openxmlformats.org/officeDocument/2006/relationships/oleObject" Target="../embeddings/oleObject9.bin"/><Relationship Id="rId1" Type="http://schemas.openxmlformats.org/officeDocument/2006/relationships/slideLayout" Target="../slideLayouts/slideLayout5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wmf"/><Relationship Id="rId2" Type="http://schemas.openxmlformats.org/officeDocument/2006/relationships/oleObject" Target="../embeddings/oleObject10.bin"/><Relationship Id="rId1" Type="http://schemas.openxmlformats.org/officeDocument/2006/relationships/slideLayout" Target="../slideLayouts/slideLayout5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wmf"/><Relationship Id="rId2" Type="http://schemas.openxmlformats.org/officeDocument/2006/relationships/oleObject" Target="../embeddings/oleObject11.bin"/><Relationship Id="rId1" Type="http://schemas.openxmlformats.org/officeDocument/2006/relationships/slideLayout" Target="../slideLayouts/slideLayout5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wmf"/><Relationship Id="rId2" Type="http://schemas.openxmlformats.org/officeDocument/2006/relationships/oleObject" Target="../embeddings/oleObject12.bin"/><Relationship Id="rId1" Type="http://schemas.openxmlformats.org/officeDocument/2006/relationships/slideLayout" Target="../slideLayouts/slideLayout53.xml"/><Relationship Id="rId4" Type="http://schemas.openxmlformats.org/officeDocument/2006/relationships/image" Target="../media/image49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5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wmf"/><Relationship Id="rId2" Type="http://schemas.openxmlformats.org/officeDocument/2006/relationships/oleObject" Target="../embeddings/oleObject13.bin"/><Relationship Id="rId1" Type="http://schemas.openxmlformats.org/officeDocument/2006/relationships/slideLayout" Target="../slideLayouts/slideLayout53.xml"/><Relationship Id="rId4" Type="http://schemas.openxmlformats.org/officeDocument/2006/relationships/image" Target="../media/image52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wmf"/><Relationship Id="rId2" Type="http://schemas.openxmlformats.org/officeDocument/2006/relationships/oleObject" Target="../embeddings/oleObject14.bin"/><Relationship Id="rId1" Type="http://schemas.openxmlformats.org/officeDocument/2006/relationships/slideLayout" Target="../slideLayouts/slideLayout5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wmf"/><Relationship Id="rId2" Type="http://schemas.openxmlformats.org/officeDocument/2006/relationships/oleObject" Target="../embeddings/oleObject15.bin"/><Relationship Id="rId1" Type="http://schemas.openxmlformats.org/officeDocument/2006/relationships/slideLayout" Target="../slideLayouts/slideLayout5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5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5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jpeg"/><Relationship Id="rId1" Type="http://schemas.openxmlformats.org/officeDocument/2006/relationships/slideLayout" Target="../slideLayouts/slideLayout5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jpeg"/><Relationship Id="rId1" Type="http://schemas.openxmlformats.org/officeDocument/2006/relationships/slideLayout" Target="../slideLayouts/slideLayout53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wmf"/><Relationship Id="rId2" Type="http://schemas.openxmlformats.org/officeDocument/2006/relationships/oleObject" Target="../embeddings/oleObject16.bin"/><Relationship Id="rId1" Type="http://schemas.openxmlformats.org/officeDocument/2006/relationships/slideLayout" Target="../slideLayouts/slideLayout53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wmf"/><Relationship Id="rId2" Type="http://schemas.openxmlformats.org/officeDocument/2006/relationships/oleObject" Target="../embeddings/oleObject17.bin"/><Relationship Id="rId1" Type="http://schemas.openxmlformats.org/officeDocument/2006/relationships/slideLayout" Target="../slideLayouts/slideLayout53.xml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wmf"/><Relationship Id="rId3" Type="http://schemas.openxmlformats.org/officeDocument/2006/relationships/oleObject" Target="../embeddings/oleObject18.bin"/><Relationship Id="rId7" Type="http://schemas.openxmlformats.org/officeDocument/2006/relationships/oleObject" Target="../embeddings/oleObject20.bin"/><Relationship Id="rId2" Type="http://schemas.openxmlformats.org/officeDocument/2006/relationships/image" Target="../media/image57.jpeg"/><Relationship Id="rId1" Type="http://schemas.openxmlformats.org/officeDocument/2006/relationships/slideLayout" Target="../slideLayouts/slideLayout53.xml"/><Relationship Id="rId6" Type="http://schemas.openxmlformats.org/officeDocument/2006/relationships/image" Target="../media/image59.wmf"/><Relationship Id="rId5" Type="http://schemas.openxmlformats.org/officeDocument/2006/relationships/oleObject" Target="../embeddings/oleObject19.bin"/><Relationship Id="rId4" Type="http://schemas.openxmlformats.org/officeDocument/2006/relationships/image" Target="../media/image58.wmf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wmf"/><Relationship Id="rId3" Type="http://schemas.openxmlformats.org/officeDocument/2006/relationships/oleObject" Target="../embeddings/oleObject21.bin"/><Relationship Id="rId7" Type="http://schemas.openxmlformats.org/officeDocument/2006/relationships/oleObject" Target="../embeddings/oleObject23.bin"/><Relationship Id="rId2" Type="http://schemas.openxmlformats.org/officeDocument/2006/relationships/image" Target="../media/image57.jpeg"/><Relationship Id="rId1" Type="http://schemas.openxmlformats.org/officeDocument/2006/relationships/slideLayout" Target="../slideLayouts/slideLayout53.xml"/><Relationship Id="rId6" Type="http://schemas.openxmlformats.org/officeDocument/2006/relationships/image" Target="../media/image62.wmf"/><Relationship Id="rId5" Type="http://schemas.openxmlformats.org/officeDocument/2006/relationships/oleObject" Target="../embeddings/oleObject22.bin"/><Relationship Id="rId4" Type="http://schemas.openxmlformats.org/officeDocument/2006/relationships/image" Target="../media/image61.wmf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jpeg"/><Relationship Id="rId1" Type="http://schemas.openxmlformats.org/officeDocument/2006/relationships/slideLayout" Target="../slideLayouts/slideLayout53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jpeg"/><Relationship Id="rId2" Type="http://schemas.openxmlformats.org/officeDocument/2006/relationships/image" Target="../media/image57.jpeg"/><Relationship Id="rId1" Type="http://schemas.openxmlformats.org/officeDocument/2006/relationships/slideLayout" Target="../slideLayouts/slideLayout53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jpeg"/><Relationship Id="rId1" Type="http://schemas.openxmlformats.org/officeDocument/2006/relationships/slideLayout" Target="../slideLayouts/slideLayout53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jpeg"/><Relationship Id="rId2" Type="http://schemas.openxmlformats.org/officeDocument/2006/relationships/image" Target="../media/image57.jpeg"/><Relationship Id="rId1" Type="http://schemas.openxmlformats.org/officeDocument/2006/relationships/slideLayout" Target="../slideLayouts/slideLayout53.xml"/><Relationship Id="rId5" Type="http://schemas.openxmlformats.org/officeDocument/2006/relationships/image" Target="../media/image66.wmf"/><Relationship Id="rId4" Type="http://schemas.openxmlformats.org/officeDocument/2006/relationships/oleObject" Target="../embeddings/oleObject24.bin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jpeg"/><Relationship Id="rId7" Type="http://schemas.openxmlformats.org/officeDocument/2006/relationships/image" Target="../media/image68.emf"/><Relationship Id="rId2" Type="http://schemas.openxmlformats.org/officeDocument/2006/relationships/image" Target="../media/image57.jpeg"/><Relationship Id="rId1" Type="http://schemas.openxmlformats.org/officeDocument/2006/relationships/slideLayout" Target="../slideLayouts/slideLayout53.xml"/><Relationship Id="rId6" Type="http://schemas.openxmlformats.org/officeDocument/2006/relationships/oleObject" Target="../embeddings/oleObject26.bin"/><Relationship Id="rId5" Type="http://schemas.openxmlformats.org/officeDocument/2006/relationships/image" Target="../media/image67.wmf"/><Relationship Id="rId4" Type="http://schemas.openxmlformats.org/officeDocument/2006/relationships/oleObject" Target="../embeddings/oleObject25.bin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3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7.bin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3.xml"/><Relationship Id="rId6" Type="http://schemas.openxmlformats.org/officeDocument/2006/relationships/image" Target="../media/image70.emf"/><Relationship Id="rId5" Type="http://schemas.openxmlformats.org/officeDocument/2006/relationships/oleObject" Target="../embeddings/oleObject28.bin"/><Relationship Id="rId4" Type="http://schemas.openxmlformats.org/officeDocument/2006/relationships/image" Target="../media/image69.emf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9.bin"/><Relationship Id="rId7" Type="http://schemas.openxmlformats.org/officeDocument/2006/relationships/image" Target="../media/image7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3.xml"/><Relationship Id="rId6" Type="http://schemas.openxmlformats.org/officeDocument/2006/relationships/image" Target="../media/image72.wmf"/><Relationship Id="rId5" Type="http://schemas.openxmlformats.org/officeDocument/2006/relationships/oleObject" Target="../embeddings/oleObject30.bin"/><Relationship Id="rId4" Type="http://schemas.openxmlformats.org/officeDocument/2006/relationships/image" Target="../media/image71.wmf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3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3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1.bin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3.xml"/><Relationship Id="rId4" Type="http://schemas.openxmlformats.org/officeDocument/2006/relationships/image" Target="../media/image75.emf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2.bin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3.xml"/><Relationship Id="rId4" Type="http://schemas.openxmlformats.org/officeDocument/2006/relationships/image" Target="../media/image76.wmf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3.bin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3.xml"/><Relationship Id="rId4" Type="http://schemas.openxmlformats.org/officeDocument/2006/relationships/image" Target="../media/image77.wmf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4.bin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3.xml"/><Relationship Id="rId6" Type="http://schemas.openxmlformats.org/officeDocument/2006/relationships/image" Target="../media/image79.wmf"/><Relationship Id="rId5" Type="http://schemas.openxmlformats.org/officeDocument/2006/relationships/oleObject" Target="../embeddings/oleObject35.bin"/><Relationship Id="rId4" Type="http://schemas.openxmlformats.org/officeDocument/2006/relationships/image" Target="../media/image78.wmf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6.bin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3.xml"/><Relationship Id="rId6" Type="http://schemas.openxmlformats.org/officeDocument/2006/relationships/image" Target="../media/image81.wmf"/><Relationship Id="rId5" Type="http://schemas.openxmlformats.org/officeDocument/2006/relationships/oleObject" Target="../embeddings/oleObject37.bin"/><Relationship Id="rId4" Type="http://schemas.openxmlformats.org/officeDocument/2006/relationships/image" Target="../media/image80.wmf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A264C53-F38A-3CAD-0C8A-2BF46116F396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>
          <a:xfrm>
            <a:off x="488804" y="3573373"/>
            <a:ext cx="9630909" cy="835051"/>
          </a:xfrm>
        </p:spPr>
        <p:txBody>
          <a:bodyPr/>
          <a:lstStyle/>
          <a:p>
            <a:pPr algn="ctr"/>
            <a:r>
              <a:rPr lang="en-US" sz="2455" b="1" dirty="0">
                <a:solidFill>
                  <a:schemeClr val="bg1">
                    <a:lumMod val="9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Session 05 - 08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220BAB2-790F-F74A-024A-FC22D1A3E6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1662" y="2169041"/>
            <a:ext cx="9630910" cy="1181496"/>
          </a:xfrm>
        </p:spPr>
        <p:txBody>
          <a:bodyPr>
            <a:noAutofit/>
          </a:bodyPr>
          <a:lstStyle/>
          <a:p>
            <a:r>
              <a:rPr lang="en-US" sz="3507" b="1" dirty="0">
                <a:solidFill>
                  <a:schemeClr val="bg1"/>
                </a:solidFill>
                <a:latin typeface="Cambria"/>
                <a:ea typeface="Cambria"/>
                <a:cs typeface="ＭＳ Ｐゴシック" charset="0"/>
              </a:rPr>
              <a:t>Discrete Random Variables and Probability Distributions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9B89E2-412C-8945-F692-CD51460D980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Anom Yudistira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7223446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0886" y="2140682"/>
            <a:ext cx="4495800" cy="4954066"/>
          </a:xfrm>
        </p:spPr>
        <p:txBody>
          <a:bodyPr>
            <a:normAutofit/>
          </a:bodyPr>
          <a:lstStyle/>
          <a:p>
            <a:r>
              <a:rPr lang="en-US" sz="3200" dirty="0">
                <a:effectLst/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Jay L. Devore. (2020).  Probability and Statistics for Engineering and the Sciences, 9E.  </a:t>
            </a:r>
            <a:r>
              <a:rPr lang="en-US" sz="3200" dirty="0" err="1">
                <a:effectLst/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Cancage</a:t>
            </a:r>
            <a:r>
              <a:rPr lang="en-US" sz="3200" dirty="0">
                <a:effectLst/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 Learning, Boston USA.  ISBN-13: 978-0-538-73352-6</a:t>
            </a:r>
            <a:br>
              <a:rPr lang="en-ID" sz="2800" dirty="0"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</a:br>
            <a:endParaRPr lang="id-ID" sz="2800" dirty="0">
              <a:latin typeface="Open Sans Semibold" panose="020B0706030804020204" pitchFamily="34" charset="0"/>
              <a:ea typeface="Open Sans Semibold" panose="020B0706030804020204" pitchFamily="34" charset="0"/>
              <a:cs typeface="Open Sans Semibold" panose="020B0706030804020204" pitchFamily="34" charset="0"/>
            </a:endParaRP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1581070" y="1399160"/>
            <a:ext cx="5034962" cy="873497"/>
          </a:xfrm>
          <a:prstGeom prst="rect">
            <a:avLst/>
          </a:prstGeom>
        </p:spPr>
        <p:txBody>
          <a:bodyPr vert="horz" lIns="100838" tIns="50419" rIns="100838" bIns="50419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000" b="1" kern="1200">
                <a:solidFill>
                  <a:srgbClr val="0079B8"/>
                </a:solidFill>
                <a:latin typeface="Open Sans"/>
                <a:ea typeface="+mj-ea"/>
                <a:cs typeface="+mj-cs"/>
              </a:defRPr>
            </a:lvl1pPr>
          </a:lstStyle>
          <a:p>
            <a:pPr algn="ctr" defTabSz="1008400" fontAlgn="auto">
              <a:spcAft>
                <a:spcPts val="0"/>
              </a:spcAft>
            </a:pPr>
            <a:r>
              <a:rPr lang="en-US" sz="3308" dirty="0"/>
              <a:t>References</a:t>
            </a:r>
            <a:endParaRPr lang="id-ID" sz="3308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E182773-2F70-CD24-17F1-7A8B5F4597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3982" y="1122898"/>
            <a:ext cx="4255925" cy="5317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49088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Outcomes</a:t>
            </a:r>
            <a:endParaRPr lang="id-ID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14130" y="3781426"/>
            <a:ext cx="8984512" cy="203458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LO 2: Calculate Descriptive Measures, Probability, Discrete</a:t>
            </a:r>
          </a:p>
          <a:p>
            <a:pPr marL="0" indent="0">
              <a:buNone/>
            </a:pPr>
            <a:r>
              <a:rPr lang="en-US" sz="2400" dirty="0"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          and Continuous Distribution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3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On successful completion of this course, student will be able to:</a:t>
            </a: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37540089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4222" y="1687866"/>
            <a:ext cx="7992064" cy="873497"/>
          </a:xfrm>
        </p:spPr>
        <p:txBody>
          <a:bodyPr/>
          <a:lstStyle/>
          <a:p>
            <a:r>
              <a:rPr lang="en-US" dirty="0"/>
              <a:t>Sub Topics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24762" y="2561363"/>
            <a:ext cx="9048307" cy="4530553"/>
          </a:xfrm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schemeClr val="tx2">
                    <a:lumMod val="75000"/>
                  </a:schemeClr>
                </a:solidFill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Random Variables </a:t>
            </a:r>
          </a:p>
          <a:p>
            <a:r>
              <a:rPr lang="en-US" sz="2800" b="1" dirty="0">
                <a:solidFill>
                  <a:schemeClr val="tx2">
                    <a:lumMod val="75000"/>
                  </a:schemeClr>
                </a:solidFill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Probability Distributions for Discrete Random Variables</a:t>
            </a:r>
          </a:p>
          <a:p>
            <a:r>
              <a:rPr lang="en-US" sz="2800" b="1" dirty="0">
                <a:solidFill>
                  <a:schemeClr val="tx2">
                    <a:lumMod val="75000"/>
                  </a:schemeClr>
                </a:solidFill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Expected Values</a:t>
            </a:r>
          </a:p>
          <a:p>
            <a:r>
              <a:rPr lang="en-US" sz="2800" b="1" dirty="0">
                <a:solidFill>
                  <a:schemeClr val="tx2">
                    <a:lumMod val="75000"/>
                  </a:schemeClr>
                </a:solidFill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The Binomial Probability distributions</a:t>
            </a:r>
          </a:p>
          <a:p>
            <a:r>
              <a:rPr lang="en-US" sz="2800" b="1" dirty="0">
                <a:solidFill>
                  <a:schemeClr val="tx2">
                    <a:lumMod val="75000"/>
                  </a:schemeClr>
                </a:solidFill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Hypergeometric and Negative Binomial Distributions</a:t>
            </a:r>
          </a:p>
          <a:p>
            <a:r>
              <a:rPr lang="en-US" sz="2800" b="1" dirty="0">
                <a:solidFill>
                  <a:schemeClr val="tx2">
                    <a:lumMod val="75000"/>
                  </a:schemeClr>
                </a:solidFill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The </a:t>
            </a:r>
            <a:r>
              <a:rPr lang="en-US" sz="2800" b="1" dirty="0" err="1">
                <a:solidFill>
                  <a:schemeClr val="tx2">
                    <a:lumMod val="75000"/>
                  </a:schemeClr>
                </a:solidFill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PoissonProbability</a:t>
            </a:r>
            <a:r>
              <a:rPr lang="en-US" sz="2800" b="1" dirty="0">
                <a:solidFill>
                  <a:schemeClr val="tx2">
                    <a:lumMod val="75000"/>
                  </a:schemeClr>
                </a:solidFill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 Distributions</a:t>
            </a:r>
          </a:p>
          <a:p>
            <a:endParaRPr lang="en-US" sz="2800" b="1" dirty="0">
              <a:solidFill>
                <a:schemeClr val="tx2">
                  <a:lumMod val="75000"/>
                </a:schemeClr>
              </a:solidFill>
              <a:latin typeface="Open Sans Semibold" panose="020B0706030804020204" pitchFamily="34" charset="0"/>
              <a:ea typeface="Open Sans Semibold" panose="020B0706030804020204" pitchFamily="34" charset="0"/>
              <a:cs typeface="Open Sans Semibold" panose="020B07060308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60615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sz="4000" b="1" dirty="0" err="1"/>
              <a:t>Learning</a:t>
            </a:r>
            <a:r>
              <a:rPr lang="id-ID" sz="4000" b="1" dirty="0"/>
              <a:t> </a:t>
            </a:r>
            <a:r>
              <a:rPr lang="id-ID" sz="4000" b="1" dirty="0" err="1"/>
              <a:t>Objectives</a:t>
            </a:r>
            <a:endParaRPr lang="id-ID" sz="4000" b="1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0DE6C99D-0C60-84AD-49CC-DA0BA8E4900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35043056"/>
              </p:ext>
            </p:extLst>
          </p:nvPr>
        </p:nvGraphicFramePr>
        <p:xfrm>
          <a:off x="1238250" y="3403075"/>
          <a:ext cx="9172281" cy="1171840"/>
        </p:xfrm>
        <a:graphic>
          <a:graphicData uri="http://schemas.openxmlformats.org/drawingml/2006/table">
            <a:tbl>
              <a:tblPr firstRow="1" firstCol="1" bandRow="1"/>
              <a:tblGrid>
                <a:gridCol w="9172281">
                  <a:extLst>
                    <a:ext uri="{9D8B030D-6E8A-4147-A177-3AD203B41FA5}">
                      <a16:colId xmlns:a16="http://schemas.microsoft.com/office/drawing/2014/main" val="1102802147"/>
                    </a:ext>
                  </a:extLst>
                </a:gridCol>
              </a:tblGrid>
              <a:tr h="455227">
                <a:tc>
                  <a:txBody>
                    <a:bodyPr/>
                    <a:lstStyle/>
                    <a:p>
                      <a:pPr marL="457200" indent="-457200"/>
                      <a:r>
                        <a:rPr lang="en-US" sz="2400" b="1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LO 2: Calculate Descriptive Measures, Probability, Discrete</a:t>
                      </a:r>
                    </a:p>
                    <a:p>
                      <a:pPr marL="457200" indent="-457200"/>
                      <a:r>
                        <a:rPr lang="en-US" sz="2400" b="1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and Continuous Distribution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05803355"/>
                  </a:ext>
                </a:extLst>
              </a:tr>
              <a:tr h="440320">
                <a:tc>
                  <a:txBody>
                    <a:bodyPr/>
                    <a:lstStyle/>
                    <a:p>
                      <a:pPr marL="457200" indent="-457200"/>
                      <a:endParaRPr lang="en-ID" sz="2800" b="1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  <a:effectLst/>
                        <a:latin typeface="Verdan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64910857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A13D9E-C7DC-4AC4-9231-DCDAABFFC7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D7FA9F5-F61B-45A1-B5E1-F65A5889B2EE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06583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7792F0D7-57FE-6E36-B6A9-29D4042C43B0}"/>
              </a:ext>
            </a:extLst>
          </p:cNvPr>
          <p:cNvSpPr txBox="1"/>
          <p:nvPr/>
        </p:nvSpPr>
        <p:spPr>
          <a:xfrm>
            <a:off x="2671547" y="3636078"/>
            <a:ext cx="5343093" cy="68589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ctr" defTabSz="400827" fontAlgn="auto">
              <a:spcBef>
                <a:spcPts val="0"/>
              </a:spcBef>
              <a:spcAft>
                <a:spcPts val="0"/>
              </a:spcAft>
            </a:pPr>
            <a:r>
              <a:rPr lang="en-ID" sz="3857" b="1" dirty="0">
                <a:solidFill>
                  <a:srgbClr val="00B0F0"/>
                </a:solidFill>
                <a:latin typeface="Helvetica Neue"/>
              </a:rPr>
              <a:t>Random Variables</a:t>
            </a:r>
          </a:p>
        </p:txBody>
      </p:sp>
    </p:spTree>
    <p:extLst>
      <p:ext uri="{BB962C8B-B14F-4D97-AF65-F5344CB8AC3E}">
        <p14:creationId xmlns:p14="http://schemas.microsoft.com/office/powerpoint/2010/main" val="2514186418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7B5AF1-CA63-4639-AAFD-D9C8168D1E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5207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D7FA9F5-F61B-45A1-B5E1-F65A5889B2EE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itchFamily="34" charset="0"/>
                <a:ea typeface="MS PGothic" pitchFamily="34" charset="-128"/>
                <a:cs typeface="+mn-cs"/>
              </a:rPr>
              <a:pPr marL="0" marR="0" lvl="0" indent="0" algn="r" defTabSz="5207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itchFamily="34" charset="0"/>
              <a:ea typeface="MS PGothic" pitchFamily="34" charset="-128"/>
              <a:cs typeface="+mn-cs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115F4282-AF20-6DE7-091D-2CCB72AE89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070270"/>
            <a:ext cx="9604513" cy="727075"/>
          </a:xfrm>
        </p:spPr>
        <p:txBody>
          <a:bodyPr/>
          <a:lstStyle/>
          <a:p>
            <a:pPr algn="ctr"/>
            <a:r>
              <a:rPr kumimoji="0" lang="en-US" altLang="ko-KR" sz="4000" b="1" i="0" u="none" strike="noStrike" kern="0" cap="none" spc="-7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 ExtraBold" panose="020B0606030504020204" pitchFamily="34" charset="0"/>
                <a:ea typeface="굴림" charset="-127"/>
                <a:cs typeface="Open Sans ExtraBold" panose="020B0606030504020204" pitchFamily="34" charset="0"/>
                <a:sym typeface="Helvetica Neue"/>
              </a:rPr>
              <a:t>Random Variables</a:t>
            </a:r>
            <a:endParaRPr lang="en-US" sz="4000" b="1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51CB346A-5EE0-EEA4-14BA-E44BB110AB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5791" y="2007562"/>
            <a:ext cx="9604513" cy="1947750"/>
          </a:xfrm>
        </p:spPr>
        <p:txBody>
          <a:bodyPr>
            <a:normAutofit/>
          </a:bodyPr>
          <a:lstStyle/>
          <a:p>
            <a:pPr marL="267218" marR="0" lvl="0" indent="-267218" algn="l" defTabSz="1068845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/>
            </a:pPr>
            <a:r>
              <a:rPr kumimoji="0" lang="en-US" altLang="ko-K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  <a:sym typeface="Helvetica Neue"/>
              </a:rPr>
              <a:t>A quantitative variable </a:t>
            </a:r>
            <a:r>
              <a:rPr lang="en-US" altLang="ko-KR" sz="2800" i="1" dirty="0"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X</a:t>
            </a:r>
            <a:r>
              <a:rPr kumimoji="0" lang="en-US" altLang="ko-KR" sz="28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  <a:sym typeface="Helvetica Neue"/>
              </a:rPr>
              <a:t> </a:t>
            </a:r>
            <a:r>
              <a:rPr kumimoji="0" lang="en-US" altLang="ko-K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  <a:sym typeface="Helvetica Neue"/>
              </a:rPr>
              <a:t>is a </a:t>
            </a:r>
            <a:r>
              <a:rPr kumimoji="0" lang="en-US" altLang="ko-KR" sz="2800" b="1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  <a:sym typeface="Helvetica Neue"/>
              </a:rPr>
              <a:t>random variable </a:t>
            </a:r>
            <a:r>
              <a:rPr kumimoji="0" lang="en-US" altLang="ko-K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  <a:sym typeface="Helvetica Neue"/>
              </a:rPr>
              <a:t>if the value that it assumes, corresponding to the outcome of an experiment is a chance or random event.</a:t>
            </a:r>
          </a:p>
          <a:p>
            <a:pPr marL="267218" marR="0" lvl="0" indent="-267218" algn="l" defTabSz="1068845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/>
            </a:pPr>
            <a:r>
              <a:rPr kumimoji="0" lang="en-US" altLang="ko-K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  <a:sym typeface="Helvetica Neue"/>
              </a:rPr>
              <a:t>Random variables can be </a:t>
            </a:r>
            <a:r>
              <a:rPr kumimoji="0" lang="en-US" altLang="ko-KR" sz="2800" b="1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  <a:sym typeface="Helvetica Neue"/>
              </a:rPr>
              <a:t>discrete </a:t>
            </a:r>
            <a:r>
              <a:rPr kumimoji="0" lang="en-US" altLang="ko-K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  <a:sym typeface="Helvetica Neue"/>
              </a:rPr>
              <a:t>or </a:t>
            </a:r>
            <a:r>
              <a:rPr kumimoji="0" lang="en-US" altLang="ko-KR" sz="2800" b="1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  <a:sym typeface="Helvetica Neue"/>
              </a:rPr>
              <a:t>continuous.</a:t>
            </a:r>
            <a:endParaRPr kumimoji="0" lang="en-US" altLang="ko-KR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 Semibold" panose="020B0706030804020204" pitchFamily="34" charset="0"/>
              <a:ea typeface="Open Sans Semibold" panose="020B0706030804020204" pitchFamily="34" charset="0"/>
              <a:cs typeface="Open Sans Semibold" panose="020B0706030804020204" pitchFamily="34" charset="0"/>
              <a:sym typeface="Helvetica Neue"/>
            </a:endParaRPr>
          </a:p>
        </p:txBody>
      </p:sp>
      <p:sp>
        <p:nvSpPr>
          <p:cNvPr id="2" name="Rectangle 6">
            <a:extLst>
              <a:ext uri="{FF2B5EF4-FFF2-40B4-BE49-F238E27FC236}">
                <a16:creationId xmlns:a16="http://schemas.microsoft.com/office/drawing/2014/main" id="{5D1712F4-9F8A-DCE0-ABE8-A50E8FA6E3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2578" y="3794810"/>
            <a:ext cx="9663642" cy="3109172"/>
          </a:xfrm>
          <a:prstGeom prst="rect">
            <a:avLst/>
          </a:prstGeom>
          <a:noFill/>
          <a:ln>
            <a:noFill/>
          </a:ln>
          <a:effectLst/>
        </p:spPr>
        <p:txBody>
          <a:bodyPr lIns="99788" tIns="49018" rIns="99788" bIns="49018"/>
          <a:lstStyle/>
          <a:p>
            <a:pPr marL="378150" indent="-378150">
              <a:lnSpc>
                <a:spcPct val="90000"/>
              </a:lnSpc>
              <a:buFontTx/>
              <a:buChar char="•"/>
              <a:defRPr/>
            </a:pPr>
            <a:r>
              <a:rPr lang="en-US" altLang="ko-KR" sz="3970" b="1" dirty="0"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charset="-127"/>
              </a:rPr>
              <a:t>Examples: </a:t>
            </a:r>
            <a:endParaRPr lang="en-US" altLang="ko-KR" sz="3970" dirty="0">
              <a:solidFill>
                <a:srgbClr val="CC0066"/>
              </a:solidFill>
              <a:ea typeface="굴림" charset="-127"/>
            </a:endParaRPr>
          </a:p>
          <a:p>
            <a:pPr marL="819325" lvl="1" indent="-315125">
              <a:lnSpc>
                <a:spcPct val="90000"/>
              </a:lnSpc>
              <a:buFont typeface="Wingdings" pitchFamily="2" charset="2"/>
              <a:buChar char="ü"/>
              <a:defRPr/>
            </a:pPr>
            <a:r>
              <a:rPr lang="en-US" altLang="ko-KR" sz="3529" i="1" dirty="0">
                <a:solidFill>
                  <a:srgbClr val="CC0066"/>
                </a:solidFill>
                <a:ea typeface="굴림" charset="-127"/>
              </a:rPr>
              <a:t>X = </a:t>
            </a:r>
            <a:r>
              <a:rPr lang="en-US" altLang="ko-KR" sz="3529" dirty="0">
                <a:solidFill>
                  <a:srgbClr val="CC0066"/>
                </a:solidFill>
                <a:ea typeface="굴림" charset="-127"/>
              </a:rPr>
              <a:t>TPA score for a randomly selected student</a:t>
            </a:r>
          </a:p>
          <a:p>
            <a:pPr marL="819325" lvl="1" indent="-315125">
              <a:lnSpc>
                <a:spcPct val="90000"/>
              </a:lnSpc>
              <a:buFont typeface="Wingdings" pitchFamily="2" charset="2"/>
              <a:buChar char="ü"/>
              <a:defRPr/>
            </a:pPr>
            <a:r>
              <a:rPr lang="en-US" altLang="ko-KR" sz="3529" i="1" dirty="0">
                <a:solidFill>
                  <a:srgbClr val="CC0066"/>
                </a:solidFill>
                <a:ea typeface="굴림" charset="-127"/>
              </a:rPr>
              <a:t>X = </a:t>
            </a:r>
            <a:r>
              <a:rPr lang="en-US" altLang="ko-KR" sz="3529" dirty="0">
                <a:solidFill>
                  <a:srgbClr val="CC0066"/>
                </a:solidFill>
                <a:ea typeface="굴림" charset="-127"/>
              </a:rPr>
              <a:t>number of people in a room at a randomly selected time of day</a:t>
            </a:r>
            <a:endParaRPr lang="en-US" altLang="ko-KR" sz="3529" i="1" dirty="0">
              <a:solidFill>
                <a:srgbClr val="CC0066"/>
              </a:solidFill>
              <a:ea typeface="굴림" charset="-127"/>
            </a:endParaRPr>
          </a:p>
          <a:p>
            <a:pPr marL="819325" lvl="1" indent="-315125">
              <a:lnSpc>
                <a:spcPct val="90000"/>
              </a:lnSpc>
              <a:buFont typeface="Wingdings" pitchFamily="2" charset="2"/>
              <a:buChar char="ü"/>
              <a:defRPr/>
            </a:pPr>
            <a:r>
              <a:rPr lang="en-US" altLang="ko-KR" sz="3529" i="1" dirty="0">
                <a:solidFill>
                  <a:srgbClr val="CC0066"/>
                </a:solidFill>
                <a:ea typeface="굴림" charset="-127"/>
              </a:rPr>
              <a:t>X = </a:t>
            </a:r>
            <a:r>
              <a:rPr lang="en-US" altLang="ko-KR" sz="3529" dirty="0">
                <a:solidFill>
                  <a:srgbClr val="CC0066"/>
                </a:solidFill>
                <a:ea typeface="굴림" charset="-127"/>
              </a:rPr>
              <a:t>number on the upper face of a randomly tossed die</a:t>
            </a:r>
            <a:endParaRPr lang="en-US" altLang="ko-KR" sz="3529" i="1" dirty="0">
              <a:solidFill>
                <a:srgbClr val="CC0066"/>
              </a:solidFill>
              <a:ea typeface="굴림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477999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bldLvl="2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7B5AF1-CA63-4639-AAFD-D9C8168D1E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5207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D7FA9F5-F61B-45A1-B5E1-F65A5889B2EE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itchFamily="34" charset="0"/>
                <a:ea typeface="MS PGothic" pitchFamily="34" charset="-128"/>
                <a:cs typeface="+mn-cs"/>
              </a:rPr>
              <a:pPr marL="0" marR="0" lvl="0" indent="0" algn="r" defTabSz="5207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itchFamily="34" charset="0"/>
              <a:ea typeface="MS PGothic" pitchFamily="34" charset="-128"/>
              <a:cs typeface="+mn-cs"/>
            </a:endParaRP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51CB346A-5EE0-EEA4-14BA-E44BB110AB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9465" y="1632818"/>
            <a:ext cx="9604513" cy="3130568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defRPr/>
            </a:pPr>
            <a:r>
              <a:rPr lang="en-US" altLang="ko-KR" sz="3200" dirty="0"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The </a:t>
            </a:r>
            <a:r>
              <a:rPr lang="en-US" altLang="ko-KR" sz="3200" b="1" dirty="0"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probability distribution for a </a:t>
            </a:r>
            <a:r>
              <a:rPr lang="en-US" altLang="ko-KR" sz="3200" b="1" dirty="0">
                <a:solidFill>
                  <a:schemeClr val="accent5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discrete random variable</a:t>
            </a:r>
            <a:r>
              <a:rPr lang="en-US" altLang="ko-KR" sz="3200" b="1" dirty="0"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 </a:t>
            </a:r>
            <a:r>
              <a:rPr lang="en-US" altLang="ko-KR" sz="3200" b="1" i="1" dirty="0"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X</a:t>
            </a:r>
            <a:r>
              <a:rPr lang="en-US" altLang="ko-KR" sz="3200" dirty="0"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 resembles the relative frequency distributions we constructed on the previous slide. It is a graph, table or formula that gives the possible values of </a:t>
            </a:r>
            <a:r>
              <a:rPr lang="en-US" altLang="ko-KR" sz="3200" i="1" dirty="0"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x</a:t>
            </a:r>
            <a:r>
              <a:rPr lang="en-US" altLang="ko-KR" sz="3200" dirty="0"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 and the probability </a:t>
            </a:r>
            <a:r>
              <a:rPr lang="en-US" altLang="ko-KR" sz="3200" i="1" dirty="0"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p(x) </a:t>
            </a:r>
            <a:r>
              <a:rPr lang="en-US" altLang="ko-KR" sz="3200" dirty="0"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associated with each value.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31812399-053C-8480-5215-7CA1401CA73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42930" y="389191"/>
            <a:ext cx="7143290" cy="1029388"/>
          </a:xfrm>
          <a:solidFill>
            <a:schemeClr val="bg1">
              <a:lumMod val="95000"/>
            </a:schemeClr>
          </a:solidFill>
        </p:spPr>
        <p:txBody>
          <a:bodyPr lIns="99788" tIns="49018" rIns="99788" bIns="49018">
            <a:noAutofit/>
          </a:bodyPr>
          <a:lstStyle/>
          <a:p>
            <a:pPr algn="r" eaLnBrk="1" hangingPunct="1">
              <a:defRPr/>
            </a:pPr>
            <a:r>
              <a:rPr lang="en-US" altLang="ko-KR" sz="3600" dirty="0">
                <a:ea typeface="굴림" charset="-127"/>
              </a:rPr>
              <a:t>Probability Distributions for Discrete Random Variables</a:t>
            </a:r>
          </a:p>
        </p:txBody>
      </p:sp>
      <p:graphicFrame>
        <p:nvGraphicFramePr>
          <p:cNvPr id="7" name="Object 8">
            <a:extLst>
              <a:ext uri="{FF2B5EF4-FFF2-40B4-BE49-F238E27FC236}">
                <a16:creationId xmlns:a16="http://schemas.microsoft.com/office/drawing/2014/main" id="{52F7C284-545E-5EF5-D408-865A8CDBEC8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33771811"/>
              </p:ext>
            </p:extLst>
          </p:nvPr>
        </p:nvGraphicFramePr>
        <p:xfrm>
          <a:off x="2993650" y="5226085"/>
          <a:ext cx="4523705" cy="11816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651000" imgH="431800" progId="Equation.3">
                  <p:embed/>
                </p:oleObj>
              </mc:Choice>
              <mc:Fallback>
                <p:oleObj name="Equation" r:id="rId2" imgW="1651000" imgH="431800" progId="Equation.3">
                  <p:embed/>
                  <p:pic>
                    <p:nvPicPr>
                      <p:cNvPr id="7" name="Object 8">
                        <a:extLst>
                          <a:ext uri="{FF2B5EF4-FFF2-40B4-BE49-F238E27FC236}">
                            <a16:creationId xmlns:a16="http://schemas.microsoft.com/office/drawing/2014/main" id="{52F7C284-545E-5EF5-D408-865A8CDBEC8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93650" y="5226085"/>
                        <a:ext cx="4523705" cy="1181696"/>
                      </a:xfrm>
                      <a:prstGeom prst="rect">
                        <a:avLst/>
                      </a:prstGeom>
                      <a:solidFill>
                        <a:srgbClr val="F4ECC6"/>
                      </a:solidFill>
                      <a:ln w="28575">
                        <a:solidFill>
                          <a:srgbClr val="CC0066"/>
                        </a:solidFill>
                        <a:miter lim="800000"/>
                        <a:headEnd/>
                        <a:tailEnd/>
                      </a:ln>
                      <a:effectLst>
                        <a:outerShdw dist="107763" dir="2700000" algn="ctr" rotWithShape="0">
                          <a:srgbClr val="808080"/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5191447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Rectangle 2">
            <a:extLst>
              <a:ext uri="{FF2B5EF4-FFF2-40B4-BE49-F238E27FC236}">
                <a16:creationId xmlns:a16="http://schemas.microsoft.com/office/drawing/2014/main" id="{A0C111AC-206C-70F1-0924-C27EB697F52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907400" y="161739"/>
            <a:ext cx="4873837" cy="661072"/>
          </a:xfrm>
        </p:spPr>
        <p:txBody>
          <a:bodyPr/>
          <a:lstStyle/>
          <a:p>
            <a:pPr algn="ctr" eaLnBrk="1" hangingPunct="1">
              <a:defRPr/>
            </a:pPr>
            <a:r>
              <a:rPr lang="en-US" altLang="ko-KR" b="1" dirty="0">
                <a:ea typeface="굴림" charset="-127"/>
              </a:rPr>
              <a:t>Example</a:t>
            </a:r>
          </a:p>
        </p:txBody>
      </p:sp>
      <p:sp>
        <p:nvSpPr>
          <p:cNvPr id="135172" name="Rectangle 4">
            <a:extLst>
              <a:ext uri="{FF2B5EF4-FFF2-40B4-BE49-F238E27FC236}">
                <a16:creationId xmlns:a16="http://schemas.microsoft.com/office/drawing/2014/main" id="{792682DB-2390-103D-540B-5F6506995F3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93718" y="744643"/>
            <a:ext cx="7569852" cy="1176443"/>
          </a:xfrm>
          <a:noFill/>
        </p:spPr>
        <p:txBody>
          <a:bodyPr/>
          <a:lstStyle/>
          <a:p>
            <a:pPr eaLnBrk="1" hangingPunct="1"/>
            <a:r>
              <a:rPr lang="en-US" altLang="ko-KR" sz="3529" dirty="0"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Toss a fair coin three times and define </a:t>
            </a:r>
            <a:r>
              <a:rPr lang="en-US" altLang="ko-KR" sz="3529" b="1" i="1" dirty="0">
                <a:solidFill>
                  <a:srgbClr val="333333"/>
                </a:solidFill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x</a:t>
            </a:r>
            <a:r>
              <a:rPr lang="en-US" altLang="ko-KR" sz="3529" b="1" dirty="0">
                <a:solidFill>
                  <a:srgbClr val="333333"/>
                </a:solidFill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 = number of heads.</a:t>
            </a:r>
          </a:p>
        </p:txBody>
      </p:sp>
      <p:grpSp>
        <p:nvGrpSpPr>
          <p:cNvPr id="49157" name="Group 73">
            <a:extLst>
              <a:ext uri="{FF2B5EF4-FFF2-40B4-BE49-F238E27FC236}">
                <a16:creationId xmlns:a16="http://schemas.microsoft.com/office/drawing/2014/main" id="{70BC7FBC-6D63-C2D8-6B8B-4086736075BF}"/>
              </a:ext>
            </a:extLst>
          </p:cNvPr>
          <p:cNvGrpSpPr>
            <a:grpSpLocks/>
          </p:cNvGrpSpPr>
          <p:nvPr/>
        </p:nvGrpSpPr>
        <p:grpSpPr bwMode="auto">
          <a:xfrm>
            <a:off x="8705585" y="0"/>
            <a:ext cx="1848697" cy="1512570"/>
            <a:chOff x="4560" y="144"/>
            <a:chExt cx="1056" cy="864"/>
          </a:xfrm>
        </p:grpSpPr>
        <p:sp>
          <p:nvSpPr>
            <p:cNvPr id="49195" name="Rectangle 6">
              <a:extLst>
                <a:ext uri="{FF2B5EF4-FFF2-40B4-BE49-F238E27FC236}">
                  <a16:creationId xmlns:a16="http://schemas.microsoft.com/office/drawing/2014/main" id="{945C9E37-3791-4CCD-1884-0E29DD108F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60" y="144"/>
              <a:ext cx="1056" cy="864"/>
            </a:xfrm>
            <a:prstGeom prst="rect">
              <a:avLst/>
            </a:prstGeom>
            <a:solidFill>
              <a:srgbClr val="F4ECC6"/>
            </a:solidFill>
            <a:ln>
              <a:noFill/>
            </a:ln>
            <a:effectLst>
              <a:outerShdw dist="107763" dir="2700000" algn="ctr" rotWithShape="0">
                <a:schemeClr val="bg2"/>
              </a:outerShdw>
            </a:effectLst>
            <a:extLst>
              <a:ext uri="{91240B29-F687-4F45-9708-019B960494DF}">
                <a14:hiddenLine xmlns:a14="http://schemas.microsoft.com/office/drawing/2010/main" w="28575">
                  <a:solidFill>
                    <a:srgbClr val="CC0066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rgbClr val="339933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600">
                  <a:solidFill>
                    <a:srgbClr val="339933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647">
                <a:solidFill>
                  <a:schemeClr val="tx1"/>
                </a:solidFill>
              </a:endParaRPr>
            </a:p>
          </p:txBody>
        </p:sp>
        <p:pic>
          <p:nvPicPr>
            <p:cNvPr id="49196" name="Picture 7" descr="coins">
              <a:extLst>
                <a:ext uri="{FF2B5EF4-FFF2-40B4-BE49-F238E27FC236}">
                  <a16:creationId xmlns:a16="http://schemas.microsoft.com/office/drawing/2014/main" id="{D075DA5F-2804-FC0D-C175-9119A99422E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06" y="198"/>
              <a:ext cx="966" cy="767"/>
            </a:xfrm>
            <a:prstGeom prst="rect">
              <a:avLst/>
            </a:prstGeom>
            <a:noFill/>
            <a:ln w="9525">
              <a:solidFill>
                <a:srgbClr val="CC0066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35179" name="Text Box 11">
            <a:extLst>
              <a:ext uri="{FF2B5EF4-FFF2-40B4-BE49-F238E27FC236}">
                <a16:creationId xmlns:a16="http://schemas.microsoft.com/office/drawing/2014/main" id="{2795A7C3-D5DA-BCC2-B823-0F2BC93830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39337" y="2436918"/>
            <a:ext cx="840317" cy="47771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rgbClr val="339933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600">
                <a:solidFill>
                  <a:srgbClr val="339933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ko-KR" sz="2647" dirty="0">
                <a:ea typeface="Gulim" panose="020B0600000101010101" pitchFamily="34" charset="-127"/>
              </a:rPr>
              <a:t>1/8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ko-KR" sz="2647" dirty="0">
                <a:ea typeface="Gulim" panose="020B0600000101010101" pitchFamily="34" charset="-127"/>
              </a:rPr>
              <a:t>1/8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ko-KR" sz="2647" dirty="0">
                <a:ea typeface="Gulim" panose="020B0600000101010101" pitchFamily="34" charset="-127"/>
              </a:rPr>
              <a:t>1/8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ko-KR" sz="2647" dirty="0">
                <a:ea typeface="Gulim" panose="020B0600000101010101" pitchFamily="34" charset="-127"/>
              </a:rPr>
              <a:t>1/8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ko-KR" sz="2647" dirty="0">
                <a:ea typeface="Gulim" panose="020B0600000101010101" pitchFamily="34" charset="-127"/>
              </a:rPr>
              <a:t>1/8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ko-KR" sz="2647" dirty="0">
                <a:ea typeface="Gulim" panose="020B0600000101010101" pitchFamily="34" charset="-127"/>
              </a:rPr>
              <a:t>1/8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ko-KR" sz="2647" dirty="0">
                <a:ea typeface="Gulim" panose="020B0600000101010101" pitchFamily="34" charset="-127"/>
              </a:rPr>
              <a:t>1/8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ko-KR" sz="2647" dirty="0">
                <a:ea typeface="Gulim" panose="020B0600000101010101" pitchFamily="34" charset="-127"/>
              </a:rPr>
              <a:t>1/8</a:t>
            </a:r>
          </a:p>
        </p:txBody>
      </p:sp>
      <p:sp>
        <p:nvSpPr>
          <p:cNvPr id="135180" name="Text Box 12">
            <a:extLst>
              <a:ext uri="{FF2B5EF4-FFF2-40B4-BE49-F238E27FC236}">
                <a16:creationId xmlns:a16="http://schemas.microsoft.com/office/drawing/2014/main" id="{51DD5536-525E-35FD-CE7E-390E13D935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35939" y="2352887"/>
            <a:ext cx="2604982" cy="1993110"/>
          </a:xfrm>
          <a:prstGeom prst="rect">
            <a:avLst/>
          </a:prstGeom>
          <a:solidFill>
            <a:srgbClr val="F4ECC6"/>
          </a:solidFill>
          <a:ln w="28575">
            <a:solidFill>
              <a:srgbClr val="CC0066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rgbClr val="339933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600">
                <a:solidFill>
                  <a:srgbClr val="339933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3088">
                <a:solidFill>
                  <a:srgbClr val="333333"/>
                </a:solidFill>
                <a:ea typeface="Gulim" panose="020B0600000101010101" pitchFamily="34" charset="-127"/>
              </a:rPr>
              <a:t>P(</a:t>
            </a:r>
            <a:r>
              <a:rPr lang="en-US" altLang="ko-KR" sz="3088" i="1">
                <a:solidFill>
                  <a:srgbClr val="333333"/>
                </a:solidFill>
                <a:ea typeface="Gulim" panose="020B0600000101010101" pitchFamily="34" charset="-127"/>
              </a:rPr>
              <a:t>x = </a:t>
            </a:r>
            <a:r>
              <a:rPr lang="en-US" altLang="ko-KR" sz="3088">
                <a:solidFill>
                  <a:srgbClr val="333333"/>
                </a:solidFill>
                <a:ea typeface="Gulim" panose="020B0600000101010101" pitchFamily="34" charset="-127"/>
              </a:rPr>
              <a:t>0) =  1/8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3088">
                <a:solidFill>
                  <a:srgbClr val="333333"/>
                </a:solidFill>
                <a:ea typeface="Gulim" panose="020B0600000101010101" pitchFamily="34" charset="-127"/>
              </a:rPr>
              <a:t>P(</a:t>
            </a:r>
            <a:r>
              <a:rPr lang="en-US" altLang="ko-KR" sz="3088" i="1">
                <a:solidFill>
                  <a:srgbClr val="333333"/>
                </a:solidFill>
                <a:ea typeface="Gulim" panose="020B0600000101010101" pitchFamily="34" charset="-127"/>
              </a:rPr>
              <a:t>x = </a:t>
            </a:r>
            <a:r>
              <a:rPr lang="en-US" altLang="ko-KR" sz="3088">
                <a:solidFill>
                  <a:srgbClr val="333333"/>
                </a:solidFill>
                <a:ea typeface="Gulim" panose="020B0600000101010101" pitchFamily="34" charset="-127"/>
              </a:rPr>
              <a:t>1) =  3/8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3088">
                <a:solidFill>
                  <a:srgbClr val="333333"/>
                </a:solidFill>
                <a:ea typeface="Gulim" panose="020B0600000101010101" pitchFamily="34" charset="-127"/>
              </a:rPr>
              <a:t>P(</a:t>
            </a:r>
            <a:r>
              <a:rPr lang="en-US" altLang="ko-KR" sz="3088" i="1">
                <a:solidFill>
                  <a:srgbClr val="333333"/>
                </a:solidFill>
                <a:ea typeface="Gulim" panose="020B0600000101010101" pitchFamily="34" charset="-127"/>
              </a:rPr>
              <a:t>x = </a:t>
            </a:r>
            <a:r>
              <a:rPr lang="en-US" altLang="ko-KR" sz="3088">
                <a:solidFill>
                  <a:srgbClr val="333333"/>
                </a:solidFill>
                <a:ea typeface="Gulim" panose="020B0600000101010101" pitchFamily="34" charset="-127"/>
              </a:rPr>
              <a:t>2) =  3/8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3088">
                <a:solidFill>
                  <a:srgbClr val="333333"/>
                </a:solidFill>
                <a:ea typeface="Gulim" panose="020B0600000101010101" pitchFamily="34" charset="-127"/>
              </a:rPr>
              <a:t>P(</a:t>
            </a:r>
            <a:r>
              <a:rPr lang="en-US" altLang="ko-KR" sz="3088" i="1">
                <a:solidFill>
                  <a:srgbClr val="333333"/>
                </a:solidFill>
                <a:ea typeface="Gulim" panose="020B0600000101010101" pitchFamily="34" charset="-127"/>
              </a:rPr>
              <a:t>x = </a:t>
            </a:r>
            <a:r>
              <a:rPr lang="en-US" altLang="ko-KR" sz="3088">
                <a:solidFill>
                  <a:srgbClr val="333333"/>
                </a:solidFill>
                <a:ea typeface="Gulim" panose="020B0600000101010101" pitchFamily="34" charset="-127"/>
              </a:rPr>
              <a:t>3) =  1/8</a:t>
            </a:r>
          </a:p>
        </p:txBody>
      </p:sp>
      <p:sp>
        <p:nvSpPr>
          <p:cNvPr id="135181" name="Text Box 13">
            <a:extLst>
              <a:ext uri="{FF2B5EF4-FFF2-40B4-BE49-F238E27FC236}">
                <a16:creationId xmlns:a16="http://schemas.microsoft.com/office/drawing/2014/main" id="{EE69DBAB-0AD3-B48B-38FF-7B062336D5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94830" y="2100792"/>
            <a:ext cx="1092412" cy="499689"/>
          </a:xfrm>
          <a:prstGeom prst="rect">
            <a:avLst/>
          </a:prstGeom>
          <a:solidFill>
            <a:srgbClr val="F4ECC6"/>
          </a:solidFill>
          <a:ln w="28575">
            <a:solidFill>
              <a:srgbClr val="CC0066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rgbClr val="339933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600">
                <a:solidFill>
                  <a:srgbClr val="339933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ko-KR" sz="2647" b="1">
                <a:solidFill>
                  <a:srgbClr val="333333"/>
                </a:solidFill>
                <a:ea typeface="Gulim" panose="020B0600000101010101" pitchFamily="34" charset="-127"/>
              </a:rPr>
              <a:t>HHH</a:t>
            </a:r>
          </a:p>
        </p:txBody>
      </p:sp>
      <p:sp>
        <p:nvSpPr>
          <p:cNvPr id="135186" name="Text Box 18">
            <a:extLst>
              <a:ext uri="{FF2B5EF4-FFF2-40B4-BE49-F238E27FC236}">
                <a16:creationId xmlns:a16="http://schemas.microsoft.com/office/drawing/2014/main" id="{EE74A399-C874-EAE5-E059-BFF019EA74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94830" y="2689014"/>
            <a:ext cx="1092412" cy="499689"/>
          </a:xfrm>
          <a:prstGeom prst="rect">
            <a:avLst/>
          </a:prstGeom>
          <a:solidFill>
            <a:srgbClr val="F4ECC6"/>
          </a:solidFill>
          <a:ln w="28575">
            <a:solidFill>
              <a:srgbClr val="CC0066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rgbClr val="339933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600">
                <a:solidFill>
                  <a:srgbClr val="339933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ko-KR" sz="2647" b="1">
                <a:solidFill>
                  <a:srgbClr val="333333"/>
                </a:solidFill>
                <a:ea typeface="Gulim" panose="020B0600000101010101" pitchFamily="34" charset="-127"/>
              </a:rPr>
              <a:t>HHT</a:t>
            </a:r>
          </a:p>
        </p:txBody>
      </p:sp>
      <p:sp>
        <p:nvSpPr>
          <p:cNvPr id="135187" name="Text Box 19">
            <a:extLst>
              <a:ext uri="{FF2B5EF4-FFF2-40B4-BE49-F238E27FC236}">
                <a16:creationId xmlns:a16="http://schemas.microsoft.com/office/drawing/2014/main" id="{47A04A62-1E00-9987-6F42-6E578D92DB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94830" y="3361267"/>
            <a:ext cx="1092412" cy="499689"/>
          </a:xfrm>
          <a:prstGeom prst="rect">
            <a:avLst/>
          </a:prstGeom>
          <a:solidFill>
            <a:srgbClr val="F4ECC6"/>
          </a:solidFill>
          <a:ln w="28575">
            <a:solidFill>
              <a:srgbClr val="CC0066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rgbClr val="339933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600">
                <a:solidFill>
                  <a:srgbClr val="339933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ko-KR" sz="2647" b="1">
                <a:solidFill>
                  <a:srgbClr val="333333"/>
                </a:solidFill>
                <a:ea typeface="Gulim" panose="020B0600000101010101" pitchFamily="34" charset="-127"/>
              </a:rPr>
              <a:t>HTH</a:t>
            </a:r>
          </a:p>
        </p:txBody>
      </p:sp>
      <p:sp>
        <p:nvSpPr>
          <p:cNvPr id="135188" name="Text Box 20">
            <a:extLst>
              <a:ext uri="{FF2B5EF4-FFF2-40B4-BE49-F238E27FC236}">
                <a16:creationId xmlns:a16="http://schemas.microsoft.com/office/drawing/2014/main" id="{B834FFB4-4855-0A56-49F6-1A4FFA5DD7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94830" y="4002009"/>
            <a:ext cx="1092412" cy="499689"/>
          </a:xfrm>
          <a:prstGeom prst="rect">
            <a:avLst/>
          </a:prstGeom>
          <a:solidFill>
            <a:srgbClr val="F4ECC6"/>
          </a:solidFill>
          <a:ln w="28575">
            <a:solidFill>
              <a:srgbClr val="CC0066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rgbClr val="339933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600">
                <a:solidFill>
                  <a:srgbClr val="339933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ko-KR" sz="2647" b="1">
                <a:solidFill>
                  <a:srgbClr val="333333"/>
                </a:solidFill>
                <a:ea typeface="Gulim" panose="020B0600000101010101" pitchFamily="34" charset="-127"/>
              </a:rPr>
              <a:t>THH</a:t>
            </a:r>
          </a:p>
        </p:txBody>
      </p:sp>
      <p:sp>
        <p:nvSpPr>
          <p:cNvPr id="135189" name="Text Box 21">
            <a:extLst>
              <a:ext uri="{FF2B5EF4-FFF2-40B4-BE49-F238E27FC236}">
                <a16:creationId xmlns:a16="http://schemas.microsoft.com/office/drawing/2014/main" id="{EE2BEE12-FCD8-5DF4-D047-6E727C75FF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94830" y="4674262"/>
            <a:ext cx="1092412" cy="499689"/>
          </a:xfrm>
          <a:prstGeom prst="rect">
            <a:avLst/>
          </a:prstGeom>
          <a:solidFill>
            <a:srgbClr val="F4ECC6"/>
          </a:solidFill>
          <a:ln w="28575">
            <a:solidFill>
              <a:srgbClr val="CC0066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rgbClr val="339933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600">
                <a:solidFill>
                  <a:srgbClr val="339933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ko-KR" sz="2647" b="1">
                <a:solidFill>
                  <a:srgbClr val="333333"/>
                </a:solidFill>
                <a:ea typeface="Gulim" panose="020B0600000101010101" pitchFamily="34" charset="-127"/>
              </a:rPr>
              <a:t>HTT</a:t>
            </a:r>
          </a:p>
        </p:txBody>
      </p:sp>
      <p:sp>
        <p:nvSpPr>
          <p:cNvPr id="135190" name="Text Box 22">
            <a:extLst>
              <a:ext uri="{FF2B5EF4-FFF2-40B4-BE49-F238E27FC236}">
                <a16:creationId xmlns:a16="http://schemas.microsoft.com/office/drawing/2014/main" id="{3953C82D-EA10-8A3E-87C2-C985D24F7A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94830" y="5346515"/>
            <a:ext cx="1092412" cy="499689"/>
          </a:xfrm>
          <a:prstGeom prst="rect">
            <a:avLst/>
          </a:prstGeom>
          <a:solidFill>
            <a:srgbClr val="F4ECC6"/>
          </a:solidFill>
          <a:ln w="28575">
            <a:solidFill>
              <a:srgbClr val="CC0066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rgbClr val="339933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600">
                <a:solidFill>
                  <a:srgbClr val="339933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ko-KR" sz="2647" b="1">
                <a:solidFill>
                  <a:srgbClr val="333333"/>
                </a:solidFill>
                <a:ea typeface="Gulim" panose="020B0600000101010101" pitchFamily="34" charset="-127"/>
              </a:rPr>
              <a:t>THT</a:t>
            </a:r>
          </a:p>
        </p:txBody>
      </p:sp>
      <p:sp>
        <p:nvSpPr>
          <p:cNvPr id="135191" name="Text Box 23">
            <a:extLst>
              <a:ext uri="{FF2B5EF4-FFF2-40B4-BE49-F238E27FC236}">
                <a16:creationId xmlns:a16="http://schemas.microsoft.com/office/drawing/2014/main" id="{B7D8509C-AD9D-F643-4FF9-E914A36399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94830" y="6018769"/>
            <a:ext cx="1092412" cy="499689"/>
          </a:xfrm>
          <a:prstGeom prst="rect">
            <a:avLst/>
          </a:prstGeom>
          <a:solidFill>
            <a:srgbClr val="F4ECC6"/>
          </a:solidFill>
          <a:ln w="28575">
            <a:solidFill>
              <a:srgbClr val="CC0066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rgbClr val="339933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600">
                <a:solidFill>
                  <a:srgbClr val="339933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ko-KR" sz="2647" b="1">
                <a:solidFill>
                  <a:srgbClr val="333333"/>
                </a:solidFill>
                <a:ea typeface="Gulim" panose="020B0600000101010101" pitchFamily="34" charset="-127"/>
              </a:rPr>
              <a:t>TTH</a:t>
            </a:r>
          </a:p>
        </p:txBody>
      </p:sp>
      <p:sp>
        <p:nvSpPr>
          <p:cNvPr id="135192" name="Text Box 24">
            <a:extLst>
              <a:ext uri="{FF2B5EF4-FFF2-40B4-BE49-F238E27FC236}">
                <a16:creationId xmlns:a16="http://schemas.microsoft.com/office/drawing/2014/main" id="{6960EEBA-2EC2-EC9F-21BE-0B08267059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94830" y="6691022"/>
            <a:ext cx="1092412" cy="499689"/>
          </a:xfrm>
          <a:prstGeom prst="rect">
            <a:avLst/>
          </a:prstGeom>
          <a:solidFill>
            <a:srgbClr val="F4ECC6"/>
          </a:solidFill>
          <a:ln w="28575">
            <a:solidFill>
              <a:srgbClr val="CC0066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rgbClr val="339933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600">
                <a:solidFill>
                  <a:srgbClr val="339933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ko-KR" sz="2647" b="1">
                <a:solidFill>
                  <a:srgbClr val="333333"/>
                </a:solidFill>
                <a:ea typeface="Gulim" panose="020B0600000101010101" pitchFamily="34" charset="-127"/>
              </a:rPr>
              <a:t>TTT</a:t>
            </a:r>
          </a:p>
        </p:txBody>
      </p:sp>
      <p:sp>
        <p:nvSpPr>
          <p:cNvPr id="49168" name="Text Box 25">
            <a:extLst>
              <a:ext uri="{FF2B5EF4-FFF2-40B4-BE49-F238E27FC236}">
                <a16:creationId xmlns:a16="http://schemas.microsoft.com/office/drawing/2014/main" id="{1A60EFFF-E5DB-9E0D-A555-3E77BAB2CC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79654" y="2016761"/>
            <a:ext cx="924348" cy="4996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rgbClr val="339933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600">
                <a:solidFill>
                  <a:srgbClr val="339933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ko-KR" altLang="en-US" sz="2647">
              <a:solidFill>
                <a:schemeClr val="tx1"/>
              </a:solidFill>
              <a:ea typeface="Gulim" panose="020B0600000101010101" pitchFamily="34" charset="-127"/>
            </a:endParaRPr>
          </a:p>
        </p:txBody>
      </p:sp>
      <p:sp>
        <p:nvSpPr>
          <p:cNvPr id="135194" name="Text Box 26">
            <a:extLst>
              <a:ext uri="{FF2B5EF4-FFF2-40B4-BE49-F238E27FC236}">
                <a16:creationId xmlns:a16="http://schemas.microsoft.com/office/drawing/2014/main" id="{D440E304-FD59-E4D9-375A-5B1F52D1BC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79654" y="1848697"/>
            <a:ext cx="924348" cy="53882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rgbClr val="339933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600">
                <a:solidFill>
                  <a:srgbClr val="339933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ko-KR" sz="2647" b="1" i="1" u="sng">
                <a:solidFill>
                  <a:srgbClr val="CC0066"/>
                </a:solidFill>
                <a:ea typeface="Gulim" panose="020B0600000101010101" pitchFamily="34" charset="-127"/>
              </a:rPr>
              <a:t>x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ko-KR" sz="2647">
                <a:solidFill>
                  <a:srgbClr val="CC0066"/>
                </a:solidFill>
                <a:ea typeface="Gulim" panose="020B0600000101010101" pitchFamily="34" charset="-127"/>
              </a:rPr>
              <a:t>3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ko-KR" sz="2647">
                <a:solidFill>
                  <a:srgbClr val="CC0066"/>
                </a:solidFill>
                <a:ea typeface="Gulim" panose="020B0600000101010101" pitchFamily="34" charset="-127"/>
              </a:rPr>
              <a:t>2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ko-KR" sz="2647">
                <a:solidFill>
                  <a:srgbClr val="CC0066"/>
                </a:solidFill>
                <a:ea typeface="Gulim" panose="020B0600000101010101" pitchFamily="34" charset="-127"/>
              </a:rPr>
              <a:t>2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ko-KR" sz="2647">
                <a:solidFill>
                  <a:srgbClr val="CC0066"/>
                </a:solidFill>
                <a:ea typeface="Gulim" panose="020B0600000101010101" pitchFamily="34" charset="-127"/>
              </a:rPr>
              <a:t>2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ko-KR" sz="2647">
                <a:solidFill>
                  <a:srgbClr val="CC0066"/>
                </a:solidFill>
                <a:ea typeface="Gulim" panose="020B0600000101010101" pitchFamily="34" charset="-127"/>
              </a:rPr>
              <a:t>1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ko-KR" sz="2647">
                <a:solidFill>
                  <a:srgbClr val="CC0066"/>
                </a:solidFill>
                <a:ea typeface="Gulim" panose="020B0600000101010101" pitchFamily="34" charset="-127"/>
              </a:rPr>
              <a:t>1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ko-KR" sz="2647">
                <a:solidFill>
                  <a:srgbClr val="CC0066"/>
                </a:solidFill>
                <a:ea typeface="Gulim" panose="020B0600000101010101" pitchFamily="34" charset="-127"/>
              </a:rPr>
              <a:t>1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ko-KR" sz="2647">
                <a:solidFill>
                  <a:srgbClr val="CC0066"/>
                </a:solidFill>
                <a:ea typeface="Gulim" panose="020B0600000101010101" pitchFamily="34" charset="-127"/>
              </a:rPr>
              <a:t>0</a:t>
            </a:r>
          </a:p>
        </p:txBody>
      </p:sp>
      <p:graphicFrame>
        <p:nvGraphicFramePr>
          <p:cNvPr id="135235" name="Group 67">
            <a:extLst>
              <a:ext uri="{FF2B5EF4-FFF2-40B4-BE49-F238E27FC236}">
                <a16:creationId xmlns:a16="http://schemas.microsoft.com/office/drawing/2014/main" id="{91CEE42F-7A5D-40EE-97FE-201E4F7812B5}"/>
              </a:ext>
            </a:extLst>
          </p:cNvPr>
          <p:cNvGraphicFramePr>
            <a:graphicFrameLocks noGrp="1"/>
          </p:cNvGraphicFramePr>
          <p:nvPr/>
        </p:nvGraphicFramePr>
        <p:xfrm>
          <a:off x="7697206" y="2016760"/>
          <a:ext cx="1932728" cy="2520950"/>
        </p:xfrm>
        <a:graphic>
          <a:graphicData uri="http://schemas.openxmlformats.org/drawingml/2006/table">
            <a:tbl>
              <a:tblPr/>
              <a:tblGrid>
                <a:gridCol w="9663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63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419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2600" b="0" i="1" u="none" strike="noStrike" cap="none" normalizeH="0" baseline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/>
                          <a:latin typeface="Times New Roman" pitchFamily="18" charset="0"/>
                          <a:ea typeface="굴림" charset="-127"/>
                        </a:rPr>
                        <a:t>x</a:t>
                      </a:r>
                    </a:p>
                  </a:txBody>
                  <a:tcPr marL="100838" marR="100838" marT="50419" marB="50419" horzOverflow="overflow">
                    <a:lnL w="28575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4ECC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2600" b="0" i="1" u="none" strike="noStrike" cap="none" normalizeH="0" baseline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/>
                          <a:latin typeface="Times New Roman" pitchFamily="18" charset="0"/>
                          <a:ea typeface="굴림" charset="-127"/>
                        </a:rPr>
                        <a:t>p(x)</a:t>
                      </a:r>
                      <a:endParaRPr kumimoji="0" lang="en-US" altLang="ko-KR" sz="2600" b="0" i="0" u="none" strike="noStrike" cap="none" normalizeH="0" baseline="0">
                        <a:ln>
                          <a:noFill/>
                        </a:ln>
                        <a:solidFill>
                          <a:srgbClr val="333333"/>
                        </a:solidFill>
                        <a:effectLst/>
                        <a:latin typeface="Times New Roman" pitchFamily="18" charset="0"/>
                        <a:ea typeface="굴림" charset="-127"/>
                      </a:endParaRPr>
                    </a:p>
                  </a:txBody>
                  <a:tcPr marL="100838" marR="100838" marT="50419" marB="50419" horzOverflow="overflow">
                    <a:lnL w="28575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4ECC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419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2600" b="0" i="0" u="none" strike="noStrike" cap="none" normalizeH="0" baseline="0">
                          <a:ln>
                            <a:noFill/>
                          </a:ln>
                          <a:solidFill>
                            <a:srgbClr val="339933"/>
                          </a:solidFill>
                          <a:effectLst/>
                          <a:latin typeface="Times New Roman" pitchFamily="18" charset="0"/>
                          <a:ea typeface="굴림" charset="-127"/>
                        </a:rPr>
                        <a:t>0</a:t>
                      </a:r>
                    </a:p>
                  </a:txBody>
                  <a:tcPr marL="100838" marR="100838" marT="50419" marB="50419" horzOverflow="overflow">
                    <a:lnL w="28575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4ECC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2600" b="0" i="0" u="none" strike="noStrike" cap="none" normalizeH="0" baseline="0">
                          <a:ln>
                            <a:noFill/>
                          </a:ln>
                          <a:solidFill>
                            <a:srgbClr val="339933"/>
                          </a:solidFill>
                          <a:effectLst/>
                          <a:latin typeface="Times New Roman" pitchFamily="18" charset="0"/>
                          <a:ea typeface="굴림" charset="-127"/>
                        </a:rPr>
                        <a:t>1/8</a:t>
                      </a:r>
                    </a:p>
                  </a:txBody>
                  <a:tcPr marL="100838" marR="100838" marT="50419" marB="50419" horzOverflow="overflow">
                    <a:lnL w="28575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4ECC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419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2600" b="0" i="0" u="none" strike="noStrike" cap="none" normalizeH="0" baseline="0">
                          <a:ln>
                            <a:noFill/>
                          </a:ln>
                          <a:solidFill>
                            <a:srgbClr val="339933"/>
                          </a:solidFill>
                          <a:effectLst/>
                          <a:latin typeface="Times New Roman" pitchFamily="18" charset="0"/>
                          <a:ea typeface="굴림" charset="-127"/>
                        </a:rPr>
                        <a:t>1</a:t>
                      </a:r>
                    </a:p>
                  </a:txBody>
                  <a:tcPr marL="100838" marR="100838" marT="50419" marB="50419" horzOverflow="overflow">
                    <a:lnL w="28575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4ECC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2600" b="0" i="0" u="none" strike="noStrike" cap="none" normalizeH="0" baseline="0">
                          <a:ln>
                            <a:noFill/>
                          </a:ln>
                          <a:solidFill>
                            <a:srgbClr val="339933"/>
                          </a:solidFill>
                          <a:effectLst/>
                          <a:latin typeface="Times New Roman" pitchFamily="18" charset="0"/>
                          <a:ea typeface="굴림" charset="-127"/>
                        </a:rPr>
                        <a:t>3/8</a:t>
                      </a:r>
                    </a:p>
                  </a:txBody>
                  <a:tcPr marL="100838" marR="100838" marT="50419" marB="50419" horzOverflow="overflow">
                    <a:lnL w="28575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4ECC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419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2600" b="0" i="0" u="none" strike="noStrike" cap="none" normalizeH="0" baseline="0">
                          <a:ln>
                            <a:noFill/>
                          </a:ln>
                          <a:solidFill>
                            <a:srgbClr val="339933"/>
                          </a:solidFill>
                          <a:effectLst/>
                          <a:latin typeface="Times New Roman" pitchFamily="18" charset="0"/>
                          <a:ea typeface="굴림" charset="-127"/>
                        </a:rPr>
                        <a:t>2</a:t>
                      </a:r>
                    </a:p>
                  </a:txBody>
                  <a:tcPr marL="100838" marR="100838" marT="50419" marB="50419" horzOverflow="overflow">
                    <a:lnL w="28575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4ECC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2600" b="0" i="0" u="none" strike="noStrike" cap="none" normalizeH="0" baseline="0">
                          <a:ln>
                            <a:noFill/>
                          </a:ln>
                          <a:solidFill>
                            <a:srgbClr val="339933"/>
                          </a:solidFill>
                          <a:effectLst/>
                          <a:latin typeface="Times New Roman" pitchFamily="18" charset="0"/>
                          <a:ea typeface="굴림" charset="-127"/>
                        </a:rPr>
                        <a:t>3/8</a:t>
                      </a:r>
                    </a:p>
                  </a:txBody>
                  <a:tcPr marL="100838" marR="100838" marT="50419" marB="50419" horzOverflow="overflow">
                    <a:lnL w="28575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4ECC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419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2600" b="0" i="0" u="none" strike="noStrike" cap="none" normalizeH="0" baseline="0">
                          <a:ln>
                            <a:noFill/>
                          </a:ln>
                          <a:solidFill>
                            <a:srgbClr val="339933"/>
                          </a:solidFill>
                          <a:effectLst/>
                          <a:latin typeface="Times New Roman" pitchFamily="18" charset="0"/>
                          <a:ea typeface="굴림" charset="-127"/>
                        </a:rPr>
                        <a:t>3</a:t>
                      </a:r>
                    </a:p>
                  </a:txBody>
                  <a:tcPr marL="100838" marR="100838" marT="50419" marB="50419" horzOverflow="overflow">
                    <a:lnL w="28575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4ECC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2600" b="0" i="0" u="none" strike="noStrike" cap="none" normalizeH="0" baseline="0">
                          <a:ln>
                            <a:noFill/>
                          </a:ln>
                          <a:solidFill>
                            <a:srgbClr val="339933"/>
                          </a:solidFill>
                          <a:effectLst/>
                          <a:latin typeface="Times New Roman" pitchFamily="18" charset="0"/>
                          <a:ea typeface="굴림" charset="-127"/>
                        </a:rPr>
                        <a:t>1/8</a:t>
                      </a:r>
                    </a:p>
                  </a:txBody>
                  <a:tcPr marL="100838" marR="100838" marT="50419" marB="50419" horzOverflow="overflow">
                    <a:lnL w="28575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4ECC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135240" name="Group 72">
            <a:extLst>
              <a:ext uri="{FF2B5EF4-FFF2-40B4-BE49-F238E27FC236}">
                <a16:creationId xmlns:a16="http://schemas.microsoft.com/office/drawing/2014/main" id="{5CC00039-9E72-B251-AF33-897CE8440D1C}"/>
              </a:ext>
            </a:extLst>
          </p:cNvPr>
          <p:cNvGrpSpPr>
            <a:grpSpLocks/>
          </p:cNvGrpSpPr>
          <p:nvPr/>
        </p:nvGrpSpPr>
        <p:grpSpPr bwMode="auto">
          <a:xfrm>
            <a:off x="4335939" y="4621742"/>
            <a:ext cx="5293995" cy="2520950"/>
            <a:chOff x="2304" y="2640"/>
            <a:chExt cx="3024" cy="1440"/>
          </a:xfrm>
        </p:grpSpPr>
        <p:grpSp>
          <p:nvGrpSpPr>
            <p:cNvPr id="49191" name="Group 70">
              <a:extLst>
                <a:ext uri="{FF2B5EF4-FFF2-40B4-BE49-F238E27FC236}">
                  <a16:creationId xmlns:a16="http://schemas.microsoft.com/office/drawing/2014/main" id="{B6250D88-5D56-6C71-01C3-1E4D3535D66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04" y="2640"/>
              <a:ext cx="1872" cy="1440"/>
              <a:chOff x="2304" y="2544"/>
              <a:chExt cx="1968" cy="1488"/>
            </a:xfrm>
          </p:grpSpPr>
          <p:sp>
            <p:nvSpPr>
              <p:cNvPr id="49193" name="Rectangle 69">
                <a:extLst>
                  <a:ext uri="{FF2B5EF4-FFF2-40B4-BE49-F238E27FC236}">
                    <a16:creationId xmlns:a16="http://schemas.microsoft.com/office/drawing/2014/main" id="{791C3AAA-E9ED-AD25-683B-160D2FAA95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04" y="2544"/>
                <a:ext cx="1968" cy="1488"/>
              </a:xfrm>
              <a:prstGeom prst="rect">
                <a:avLst/>
              </a:prstGeom>
              <a:solidFill>
                <a:srgbClr val="F0D27E"/>
              </a:solidFill>
              <a:ln w="28575">
                <a:solidFill>
                  <a:srgbClr val="CC0066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rgbClr val="339933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600">
                    <a:solidFill>
                      <a:srgbClr val="339933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2647">
                  <a:solidFill>
                    <a:schemeClr val="tx1"/>
                  </a:solidFill>
                </a:endParaRPr>
              </a:p>
            </p:txBody>
          </p:sp>
          <p:pic>
            <p:nvPicPr>
              <p:cNvPr id="49194" name="Picture 68" descr="coins">
                <a:extLst>
                  <a:ext uri="{FF2B5EF4-FFF2-40B4-BE49-F238E27FC236}">
                    <a16:creationId xmlns:a16="http://schemas.microsoft.com/office/drawing/2014/main" id="{7B32AB4F-7C01-0994-5869-1B35D1F1C93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400" y="2592"/>
                <a:ext cx="1768" cy="135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49192" name="Text Box 71">
              <a:extLst>
                <a:ext uri="{FF2B5EF4-FFF2-40B4-BE49-F238E27FC236}">
                  <a16:creationId xmlns:a16="http://schemas.microsoft.com/office/drawing/2014/main" id="{FF61FE3F-92B3-118E-D604-544F510B162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88" y="2880"/>
              <a:ext cx="1440" cy="518"/>
            </a:xfrm>
            <a:prstGeom prst="rect">
              <a:avLst/>
            </a:prstGeom>
            <a:solidFill>
              <a:srgbClr val="CC0066"/>
            </a:solidFill>
            <a:ln w="28575">
              <a:solidFill>
                <a:srgbClr val="F4ECC6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rgbClr val="339933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600">
                  <a:solidFill>
                    <a:srgbClr val="339933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ko-KR" sz="2647">
                  <a:solidFill>
                    <a:srgbClr val="F4ECC6"/>
                  </a:solidFill>
                  <a:ea typeface="Gulim" panose="020B0600000101010101" pitchFamily="34" charset="-127"/>
                </a:rPr>
                <a:t>Probability Histogram for </a:t>
              </a:r>
              <a:r>
                <a:rPr lang="en-US" altLang="ko-KR" sz="2647" i="1">
                  <a:solidFill>
                    <a:srgbClr val="F4ECC6"/>
                  </a:solidFill>
                  <a:ea typeface="Gulim" panose="020B0600000101010101" pitchFamily="34" charset="-127"/>
                </a:rPr>
                <a:t>x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351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35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9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35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8" presetID="9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135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22" presetID="9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135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26" presetID="9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135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6500"/>
                            </p:stCondLst>
                            <p:childTnLst>
                              <p:par>
                                <p:cTn id="30" presetID="9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35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8000"/>
                            </p:stCondLst>
                            <p:childTnLst>
                              <p:par>
                                <p:cTn id="34" presetID="9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135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9500"/>
                            </p:stCondLst>
                            <p:childTnLst>
                              <p:par>
                                <p:cTn id="38" presetID="9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135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135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135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8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35180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35180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35180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35180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351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1351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1351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1351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8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13518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13518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3518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3518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8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13518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13518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13518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13518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8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13518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13518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13518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13518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5" dur="500"/>
                                        <p:tgtEl>
                                          <p:spTgt spid="135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 nodeType="clickPar">
                      <p:stCondLst>
                        <p:cond delay="indefinite"/>
                      </p:stCondLst>
                      <p:childTnLst>
                        <p:par>
                          <p:cTn id="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135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5172" grpId="0" build="p" autoUpdateAnimBg="0"/>
      <p:bldP spid="135179" grpId="0" autoUpdateAnimBg="0"/>
      <p:bldP spid="135180" grpId="0" build="p" animBg="1" autoUpdateAnimBg="0"/>
      <p:bldP spid="135181" grpId="0" animBg="1" autoUpdateAnimBg="0"/>
      <p:bldP spid="135186" grpId="0" animBg="1" autoUpdateAnimBg="0"/>
      <p:bldP spid="135187" grpId="0" animBg="1" autoUpdateAnimBg="0"/>
      <p:bldP spid="135188" grpId="0" animBg="1" autoUpdateAnimBg="0"/>
      <p:bldP spid="135189" grpId="0" animBg="1" autoUpdateAnimBg="0"/>
      <p:bldP spid="135190" grpId="0" animBg="1" autoUpdateAnimBg="0"/>
      <p:bldP spid="135191" grpId="0" animBg="1" autoUpdateAnimBg="0"/>
      <p:bldP spid="135192" grpId="0" animBg="1" autoUpdateAnimBg="0"/>
      <p:bldP spid="135194" grpId="0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7792F0D7-57FE-6E36-B6A9-29D4042C43B0}"/>
              </a:ext>
            </a:extLst>
          </p:cNvPr>
          <p:cNvSpPr txBox="1"/>
          <p:nvPr/>
        </p:nvSpPr>
        <p:spPr>
          <a:xfrm>
            <a:off x="2671547" y="3636078"/>
            <a:ext cx="5343093" cy="60138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ctr" defTabSz="400827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en-US" sz="3308" b="1" i="0" u="none" strike="noStrike" kern="0" cap="none" spc="-75" normalizeH="0" baseline="0" noProof="0" dirty="0">
                <a:ln>
                  <a:noFill/>
                </a:ln>
                <a:solidFill>
                  <a:srgbClr val="0079B8"/>
                </a:solidFill>
                <a:effectLst/>
                <a:uLnTx/>
                <a:uFillTx/>
                <a:latin typeface="Open Sans"/>
                <a:ea typeface="Open Sans ExtraBold" panose="020B0606030504020204" pitchFamily="34" charset="0"/>
                <a:cs typeface="Open Sans ExtraBold" panose="020B0606030504020204" pitchFamily="34" charset="0"/>
                <a:sym typeface="Helvetica Neue"/>
              </a:rPr>
              <a:t>Probability Distribution</a:t>
            </a:r>
            <a:endParaRPr lang="en-ID" sz="3857" b="1" dirty="0">
              <a:solidFill>
                <a:srgbClr val="00B0F0"/>
              </a:solidFill>
              <a:latin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1542094988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7B5AF1-CA63-4639-AAFD-D9C8168D1E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5207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D7FA9F5-F61B-45A1-B5E1-F65A5889B2EE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itchFamily="34" charset="0"/>
                <a:ea typeface="MS PGothic" pitchFamily="34" charset="-128"/>
                <a:cs typeface="+mn-cs"/>
              </a:rPr>
              <a:pPr marL="0" marR="0" lvl="0" indent="0" algn="r" defTabSz="5207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itchFamily="34" charset="0"/>
              <a:ea typeface="MS PGothic" pitchFamily="34" charset="-128"/>
              <a:cs typeface="+mn-cs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31812399-053C-8480-5215-7CA1401CA73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96631" y="314763"/>
            <a:ext cx="8197703" cy="1152530"/>
          </a:xfrm>
          <a:solidFill>
            <a:schemeClr val="bg1">
              <a:lumMod val="95000"/>
            </a:schemeClr>
          </a:solidFill>
        </p:spPr>
        <p:txBody>
          <a:bodyPr lIns="99788" tIns="49018" rIns="99788" bIns="49018">
            <a:noAutofit/>
          </a:bodyPr>
          <a:lstStyle/>
          <a:p>
            <a:pPr algn="ctr" eaLnBrk="1" hangingPunct="1">
              <a:defRPr/>
            </a:pPr>
            <a:r>
              <a:rPr kumimoji="0" lang="en-US" altLang="en-US" sz="3308" b="1" i="0" u="none" strike="noStrike" kern="0" cap="none" spc="-75" normalizeH="0" baseline="0" noProof="0" dirty="0">
                <a:ln>
                  <a:noFill/>
                </a:ln>
                <a:solidFill>
                  <a:srgbClr val="0079B8"/>
                </a:solidFill>
                <a:effectLst/>
                <a:uLnTx/>
                <a:uFillTx/>
                <a:latin typeface="Open Sans"/>
                <a:ea typeface="Open Sans ExtraBold" panose="020B0606030504020204" pitchFamily="34" charset="0"/>
                <a:cs typeface="Open Sans ExtraBold" panose="020B0606030504020204" pitchFamily="34" charset="0"/>
                <a:sym typeface="Helvetica Neue"/>
              </a:rPr>
              <a:t>Probability Distribution</a:t>
            </a:r>
            <a:endParaRPr lang="en-US" altLang="ko-KR" sz="4400" dirty="0">
              <a:ea typeface="굴림" charset="-127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5B2B8202-A250-CBC3-641D-1AE990473406}"/>
              </a:ext>
            </a:extLst>
          </p:cNvPr>
          <p:cNvSpPr txBox="1">
            <a:spLocks noChangeArrowheads="1"/>
          </p:cNvSpPr>
          <p:nvPr/>
        </p:nvSpPr>
        <p:spPr>
          <a:xfrm>
            <a:off x="890641" y="1850830"/>
            <a:ext cx="9495578" cy="53780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>
            <a:lvl1pPr marL="267218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1pPr>
            <a:lvl2pPr marL="534436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2pPr>
            <a:lvl3pPr marL="801654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3pPr>
            <a:lvl4pPr marL="1068873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4pPr>
            <a:lvl5pPr marL="1336091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5pPr>
            <a:lvl6pPr marL="1603309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1870527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2137745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2404963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fontAlgn="auto">
              <a:defRPr/>
            </a:pPr>
            <a:r>
              <a:rPr lang="en-US" altLang="ko-KR" sz="3200" kern="0" dirty="0"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Probability distributions can be used to describe the population, just as we described samples on previous slide.</a:t>
            </a:r>
          </a:p>
          <a:p>
            <a:pPr lvl="1" fontAlgn="auto">
              <a:defRPr/>
            </a:pPr>
            <a:r>
              <a:rPr lang="en-US" altLang="ko-KR" sz="3200" b="1" kern="0" dirty="0">
                <a:solidFill>
                  <a:schemeClr val="accent5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Shape</a:t>
            </a:r>
            <a:r>
              <a:rPr lang="en-US" altLang="ko-KR" sz="3200" b="1" kern="0" dirty="0"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:</a:t>
            </a:r>
            <a:r>
              <a:rPr lang="en-US" altLang="ko-KR" sz="3200" kern="0" dirty="0"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 Symmetric, skewed, mound-shaped…</a:t>
            </a:r>
          </a:p>
          <a:p>
            <a:pPr lvl="1" fontAlgn="auto">
              <a:defRPr/>
            </a:pPr>
            <a:r>
              <a:rPr lang="en-US" altLang="ko-KR" sz="3200" b="1" kern="0" dirty="0">
                <a:solidFill>
                  <a:schemeClr val="accent5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Outliers</a:t>
            </a:r>
            <a:r>
              <a:rPr lang="en-US" altLang="ko-KR" sz="3200" b="1" kern="0" dirty="0"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:</a:t>
            </a:r>
            <a:r>
              <a:rPr lang="en-US" altLang="ko-KR" sz="3200" kern="0" dirty="0"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 unusual or unlikely measurements </a:t>
            </a:r>
          </a:p>
          <a:p>
            <a:pPr lvl="1" fontAlgn="auto">
              <a:defRPr/>
            </a:pPr>
            <a:r>
              <a:rPr lang="en-US" altLang="ko-KR" sz="3200" b="1" kern="0" dirty="0">
                <a:solidFill>
                  <a:schemeClr val="accent5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Center and spread</a:t>
            </a:r>
            <a:r>
              <a:rPr lang="en-US" altLang="ko-KR" sz="3200" b="1" kern="0" dirty="0"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:</a:t>
            </a:r>
            <a:r>
              <a:rPr lang="en-US" altLang="ko-KR" sz="3200" kern="0" dirty="0"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  mean and standard deviation. A population mean is called </a:t>
            </a:r>
            <a:r>
              <a:rPr lang="en-US" altLang="ko-KR" sz="3200" b="1" dirty="0">
                <a:solidFill>
                  <a:schemeClr val="accent5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Symbol" pitchFamily="18" charset="2"/>
                <a:ea typeface="굴림" charset="-127"/>
              </a:rPr>
              <a:t>m</a:t>
            </a:r>
            <a:r>
              <a:rPr lang="en-US" altLang="ko-KR" sz="3200" kern="0" dirty="0"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 and a population standard deviation is called </a:t>
            </a:r>
            <a:r>
              <a:rPr lang="en-US" altLang="ko-KR" sz="3200" b="1" dirty="0">
                <a:solidFill>
                  <a:schemeClr val="accent5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Symbol" pitchFamily="18" charset="2"/>
                <a:ea typeface="굴림" charset="-127"/>
              </a:rPr>
              <a:t>s</a:t>
            </a:r>
            <a:r>
              <a:rPr lang="en-US" altLang="ko-KR" sz="3200" b="1" kern="0" dirty="0"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.</a:t>
            </a:r>
            <a:r>
              <a:rPr lang="en-US" altLang="ko-KR" sz="3200" kern="0" dirty="0"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5465558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 bldLvl="2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>
            <a:extLst>
              <a:ext uri="{FF2B5EF4-FFF2-40B4-BE49-F238E27FC236}">
                <a16:creationId xmlns:a16="http://schemas.microsoft.com/office/drawing/2014/main" id="{7529C2CA-AE84-99B4-F76B-CA930C6151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83776" y="914201"/>
            <a:ext cx="9404862" cy="790231"/>
          </a:xfrm>
        </p:spPr>
        <p:txBody>
          <a:bodyPr/>
          <a:lstStyle/>
          <a:p>
            <a:pPr algn="ctr"/>
            <a:r>
              <a:rPr lang="en-US" altLang="en-US" dirty="0"/>
              <a:t>Probability Distribution</a:t>
            </a: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4B894789-372B-B12D-0B03-ED631B122957}"/>
              </a:ext>
            </a:extLst>
          </p:cNvPr>
          <p:cNvSpPr txBox="1">
            <a:spLocks noChangeArrowheads="1"/>
          </p:cNvSpPr>
          <p:nvPr/>
        </p:nvSpPr>
        <p:spPr>
          <a:xfrm>
            <a:off x="1283776" y="2131689"/>
            <a:ext cx="9630908" cy="45522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>
            <a:lvl1pPr marL="267218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1pPr>
            <a:lvl2pPr marL="534436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2pPr>
            <a:lvl3pPr marL="801654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3pPr>
            <a:lvl4pPr marL="1068873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4pPr>
            <a:lvl5pPr marL="1336091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5pPr>
            <a:lvl6pPr marL="1603309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1870527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2137745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2404963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fontAlgn="auto"/>
            <a:r>
              <a:rPr lang="en-US" altLang="en-US" sz="2800" kern="0" dirty="0"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The probability function </a:t>
            </a:r>
          </a:p>
          <a:p>
            <a:pPr lvl="1" fontAlgn="auto">
              <a:buFont typeface="Wingdings" panose="05000000000000000000" pitchFamily="2" charset="2"/>
              <a:buChar char="ü"/>
            </a:pPr>
            <a:r>
              <a:rPr lang="en-US" altLang="en-US" sz="2400" kern="0" dirty="0"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May be tabular:</a:t>
            </a:r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686E226C-5618-1AA9-FAE7-D259711C0181}"/>
              </a:ext>
            </a:extLst>
          </p:cNvPr>
          <p:cNvGraphicFramePr>
            <a:graphicFrameLocks noGrp="1"/>
          </p:cNvGraphicFramePr>
          <p:nvPr/>
        </p:nvGraphicFramePr>
        <p:xfrm>
          <a:off x="1821085" y="3815216"/>
          <a:ext cx="7125760" cy="9144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781440">
                  <a:extLst>
                    <a:ext uri="{9D8B030D-6E8A-4147-A177-3AD203B41FA5}">
                      <a16:colId xmlns:a16="http://schemas.microsoft.com/office/drawing/2014/main" val="1156081221"/>
                    </a:ext>
                  </a:extLst>
                </a:gridCol>
                <a:gridCol w="1781440">
                  <a:extLst>
                    <a:ext uri="{9D8B030D-6E8A-4147-A177-3AD203B41FA5}">
                      <a16:colId xmlns:a16="http://schemas.microsoft.com/office/drawing/2014/main" val="3818938105"/>
                    </a:ext>
                  </a:extLst>
                </a:gridCol>
                <a:gridCol w="1781440">
                  <a:extLst>
                    <a:ext uri="{9D8B030D-6E8A-4147-A177-3AD203B41FA5}">
                      <a16:colId xmlns:a16="http://schemas.microsoft.com/office/drawing/2014/main" val="2670520026"/>
                    </a:ext>
                  </a:extLst>
                </a:gridCol>
                <a:gridCol w="1781440">
                  <a:extLst>
                    <a:ext uri="{9D8B030D-6E8A-4147-A177-3AD203B41FA5}">
                      <a16:colId xmlns:a16="http://schemas.microsoft.com/office/drawing/2014/main" val="244733023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  <a:latin typeface="Open Sans Semibold" panose="020B0706030804020204" pitchFamily="34" charset="0"/>
                          <a:ea typeface="Open Sans Semibold" panose="020B0706030804020204" pitchFamily="34" charset="0"/>
                          <a:cs typeface="Open Sans Semibold" panose="020B0706030804020204" pitchFamily="34" charset="0"/>
                        </a:rPr>
                        <a:t>x</a:t>
                      </a:r>
                      <a:endParaRPr lang="en-ID" sz="2400" dirty="0">
                        <a:latin typeface="Open Sans Semibold" panose="020B0706030804020204" pitchFamily="34" charset="0"/>
                        <a:ea typeface="Open Sans Semibold" panose="020B0706030804020204" pitchFamily="34" charset="0"/>
                        <a:cs typeface="Open Sans Semibold" panose="020B0706030804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  <a:latin typeface="Open Sans Semibold" panose="020B0706030804020204" pitchFamily="34" charset="0"/>
                          <a:ea typeface="Open Sans Semibold" panose="020B0706030804020204" pitchFamily="34" charset="0"/>
                          <a:cs typeface="Open Sans Semibold" panose="020B0706030804020204" pitchFamily="34" charset="0"/>
                        </a:rPr>
                        <a:t>1</a:t>
                      </a:r>
                      <a:endParaRPr lang="en-ID" sz="2400" dirty="0">
                        <a:solidFill>
                          <a:schemeClr val="tx1"/>
                        </a:solidFill>
                        <a:latin typeface="Open Sans Semibold" panose="020B0706030804020204" pitchFamily="34" charset="0"/>
                        <a:ea typeface="Open Sans Semibold" panose="020B0706030804020204" pitchFamily="34" charset="0"/>
                        <a:cs typeface="Open Sans Semibold" panose="020B0706030804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  <a:latin typeface="Open Sans Semibold" panose="020B0706030804020204" pitchFamily="34" charset="0"/>
                          <a:ea typeface="Open Sans Semibold" panose="020B0706030804020204" pitchFamily="34" charset="0"/>
                          <a:cs typeface="Open Sans Semibold" panose="020B0706030804020204" pitchFamily="34" charset="0"/>
                        </a:rPr>
                        <a:t>2</a:t>
                      </a:r>
                      <a:endParaRPr lang="en-ID" sz="2400" dirty="0">
                        <a:solidFill>
                          <a:schemeClr val="tx1"/>
                        </a:solidFill>
                        <a:latin typeface="Open Sans Semibold" panose="020B0706030804020204" pitchFamily="34" charset="0"/>
                        <a:ea typeface="Open Sans Semibold" panose="020B0706030804020204" pitchFamily="34" charset="0"/>
                        <a:cs typeface="Open Sans Semibold" panose="020B0706030804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  <a:latin typeface="Open Sans Semibold" panose="020B0706030804020204" pitchFamily="34" charset="0"/>
                          <a:ea typeface="Open Sans Semibold" panose="020B0706030804020204" pitchFamily="34" charset="0"/>
                          <a:cs typeface="Open Sans Semibold" panose="020B0706030804020204" pitchFamily="34" charset="0"/>
                        </a:rPr>
                        <a:t>3</a:t>
                      </a:r>
                      <a:endParaRPr lang="en-ID" sz="2400" dirty="0">
                        <a:solidFill>
                          <a:schemeClr val="tx1"/>
                        </a:solidFill>
                        <a:latin typeface="Open Sans Semibold" panose="020B0706030804020204" pitchFamily="34" charset="0"/>
                        <a:ea typeface="Open Sans Semibold" panose="020B0706030804020204" pitchFamily="34" charset="0"/>
                        <a:cs typeface="Open Sans Semibold" panose="020B0706030804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85665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Open Sans Semibold" panose="020B0706030804020204" pitchFamily="34" charset="0"/>
                          <a:ea typeface="Open Sans Semibold" panose="020B0706030804020204" pitchFamily="34" charset="0"/>
                          <a:cs typeface="Open Sans Semibold" panose="020B0706030804020204" pitchFamily="34" charset="0"/>
                        </a:rPr>
                        <a:t>P(X=x)</a:t>
                      </a:r>
                      <a:endParaRPr lang="en-ID" sz="2400" dirty="0">
                        <a:latin typeface="Open Sans Semibold" panose="020B0706030804020204" pitchFamily="34" charset="0"/>
                        <a:ea typeface="Open Sans Semibold" panose="020B0706030804020204" pitchFamily="34" charset="0"/>
                        <a:cs typeface="Open Sans Semibold" panose="020B0706030804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  <a:latin typeface="Open Sans Semibold" panose="020B0706030804020204" pitchFamily="34" charset="0"/>
                          <a:ea typeface="Open Sans Semibold" panose="020B0706030804020204" pitchFamily="34" charset="0"/>
                          <a:cs typeface="Open Sans Semibold" panose="020B0706030804020204" pitchFamily="34" charset="0"/>
                        </a:rPr>
                        <a:t>1/2</a:t>
                      </a:r>
                      <a:endParaRPr lang="en-ID" sz="2400" dirty="0">
                        <a:solidFill>
                          <a:schemeClr val="tx1"/>
                        </a:solidFill>
                        <a:latin typeface="Open Sans Semibold" panose="020B0706030804020204" pitchFamily="34" charset="0"/>
                        <a:ea typeface="Open Sans Semibold" panose="020B0706030804020204" pitchFamily="34" charset="0"/>
                        <a:cs typeface="Open Sans Semibold" panose="020B0706030804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  <a:latin typeface="Open Sans Semibold" panose="020B0706030804020204" pitchFamily="34" charset="0"/>
                          <a:ea typeface="Open Sans Semibold" panose="020B0706030804020204" pitchFamily="34" charset="0"/>
                          <a:cs typeface="Open Sans Semibold" panose="020B0706030804020204" pitchFamily="34" charset="0"/>
                        </a:rPr>
                        <a:t>1/3</a:t>
                      </a:r>
                      <a:endParaRPr lang="en-ID" sz="2400" dirty="0">
                        <a:solidFill>
                          <a:schemeClr val="tx1"/>
                        </a:solidFill>
                        <a:latin typeface="Open Sans Semibold" panose="020B0706030804020204" pitchFamily="34" charset="0"/>
                        <a:ea typeface="Open Sans Semibold" panose="020B0706030804020204" pitchFamily="34" charset="0"/>
                        <a:cs typeface="Open Sans Semibold" panose="020B0706030804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  <a:latin typeface="Open Sans Semibold" panose="020B0706030804020204" pitchFamily="34" charset="0"/>
                          <a:ea typeface="Open Sans Semibold" panose="020B0706030804020204" pitchFamily="34" charset="0"/>
                          <a:cs typeface="Open Sans Semibold" panose="020B0706030804020204" pitchFamily="34" charset="0"/>
                        </a:rPr>
                        <a:t>1/6</a:t>
                      </a:r>
                      <a:endParaRPr lang="en-ID" sz="2400" dirty="0">
                        <a:solidFill>
                          <a:schemeClr val="tx1"/>
                        </a:solidFill>
                        <a:latin typeface="Open Sans Semibold" panose="020B0706030804020204" pitchFamily="34" charset="0"/>
                        <a:ea typeface="Open Sans Semibold" panose="020B0706030804020204" pitchFamily="34" charset="0"/>
                        <a:cs typeface="Open Sans Semibold" panose="020B0706030804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378491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FC706D4-16A1-A038-BD71-1B948A263732}"/>
                  </a:ext>
                </a:extLst>
              </p:cNvPr>
              <p:cNvSpPr txBox="1"/>
              <p:nvPr/>
            </p:nvSpPr>
            <p:spPr>
              <a:xfrm>
                <a:off x="4259616" y="5264216"/>
                <a:ext cx="2347309" cy="89434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0" tIns="0" rIns="0" bIns="0" numCol="1" spcCol="38100" rtlCol="0" anchor="ctr">
                <a:spAutoFit/>
              </a:bodyPr>
              <a:lstStyle/>
              <a:p>
                <a:pPr marL="0" marR="0" indent="0" algn="ctr" defTabSz="2438338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kumimoji="0" lang="en-ID" sz="24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5E5E5E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naryPr>
                        <m:sub/>
                        <m:sup/>
                        <m:e>
                          <m:r>
                            <a:rPr kumimoji="0" lang="en-US" sz="24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5E5E5E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𝑃</m:t>
                          </m:r>
                          <m:d>
                            <m:dPr>
                              <m:ctrlPr>
                                <a:rPr kumimoji="0" lang="en-US" sz="24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rgbClr val="5E5E5E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  <a:sym typeface="Helvetica Neue"/>
                                </a:rPr>
                              </m:ctrlPr>
                            </m:dPr>
                            <m:e>
                              <m:r>
                                <a:rPr kumimoji="0" lang="en-US" sz="24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rgbClr val="5E5E5E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  <a:sym typeface="Helvetica Neue"/>
                                </a:rPr>
                                <m:t>𝑋</m:t>
                              </m:r>
                              <m:r>
                                <a:rPr kumimoji="0" lang="en-US" sz="24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rgbClr val="5E5E5E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  <a:sym typeface="Helvetica Neue"/>
                                </a:rPr>
                                <m:t>=</m:t>
                              </m:r>
                              <m:r>
                                <a:rPr kumimoji="0" lang="en-US" sz="24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rgbClr val="5E5E5E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  <a:sym typeface="Helvetica Neue"/>
                                </a:rPr>
                                <m:t>𝑥</m:t>
                              </m:r>
                            </m:e>
                          </m:d>
                          <m:r>
                            <a:rPr kumimoji="0" lang="en-US" sz="24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5E5E5E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=1</m:t>
                          </m:r>
                        </m:e>
                      </m:nary>
                    </m:oMath>
                  </m:oMathPara>
                </a14:m>
                <a:endParaRPr kumimoji="0" lang="en-ID" sz="2400" b="0" i="0" u="none" strike="noStrike" cap="none" spc="0" normalizeH="0" baseline="0" dirty="0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FC706D4-16A1-A038-BD71-1B948A2637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59616" y="5264216"/>
                <a:ext cx="2347309" cy="89434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202329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>
            <a:extLst>
              <a:ext uri="{FF2B5EF4-FFF2-40B4-BE49-F238E27FC236}">
                <a16:creationId xmlns:a16="http://schemas.microsoft.com/office/drawing/2014/main" id="{7529C2CA-AE84-99B4-F76B-CA930C6151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83776" y="914201"/>
            <a:ext cx="9404862" cy="790231"/>
          </a:xfrm>
        </p:spPr>
        <p:txBody>
          <a:bodyPr/>
          <a:lstStyle/>
          <a:p>
            <a:pPr algn="ctr"/>
            <a:r>
              <a:rPr lang="en-US" altLang="en-US" dirty="0"/>
              <a:t>Probability Distribution</a:t>
            </a: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4B894789-372B-B12D-0B03-ED631B122957}"/>
              </a:ext>
            </a:extLst>
          </p:cNvPr>
          <p:cNvSpPr txBox="1">
            <a:spLocks noChangeArrowheads="1"/>
          </p:cNvSpPr>
          <p:nvPr/>
        </p:nvSpPr>
        <p:spPr>
          <a:xfrm>
            <a:off x="1283776" y="2131689"/>
            <a:ext cx="9630908" cy="45522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>
            <a:lvl1pPr marL="267218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1pPr>
            <a:lvl2pPr marL="534436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2pPr>
            <a:lvl3pPr marL="801654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3pPr>
            <a:lvl4pPr marL="1068873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4pPr>
            <a:lvl5pPr marL="1336091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5pPr>
            <a:lvl6pPr marL="1603309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1870527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2137745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2404963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fontAlgn="auto"/>
            <a:r>
              <a:rPr lang="en-US" altLang="en-US" sz="2800" kern="0" dirty="0"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The probability function </a:t>
            </a:r>
          </a:p>
          <a:p>
            <a:pPr lvl="1" fontAlgn="auto">
              <a:buFont typeface="Wingdings" panose="05000000000000000000" pitchFamily="2" charset="2"/>
              <a:buChar char="ü"/>
            </a:pPr>
            <a:r>
              <a:rPr lang="en-US" altLang="en-US" sz="2400" dirty="0"/>
              <a:t>May be graphical</a:t>
            </a:r>
            <a:r>
              <a:rPr lang="en-US" altLang="en-US" sz="2400" kern="0" dirty="0"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:</a:t>
            </a:r>
          </a:p>
        </p:txBody>
      </p:sp>
      <p:sp>
        <p:nvSpPr>
          <p:cNvPr id="16" name="Line 6">
            <a:extLst>
              <a:ext uri="{FF2B5EF4-FFF2-40B4-BE49-F238E27FC236}">
                <a16:creationId xmlns:a16="http://schemas.microsoft.com/office/drawing/2014/main" id="{26B4CF05-48F4-66A0-583A-B9CDC1F38CC9}"/>
              </a:ext>
            </a:extLst>
          </p:cNvPr>
          <p:cNvSpPr>
            <a:spLocks noChangeShapeType="1"/>
          </p:cNvSpPr>
          <p:nvPr/>
        </p:nvSpPr>
        <p:spPr bwMode="auto">
          <a:xfrm>
            <a:off x="4228930" y="5966248"/>
            <a:ext cx="3361267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D" sz="2316"/>
          </a:p>
        </p:txBody>
      </p:sp>
      <p:sp>
        <p:nvSpPr>
          <p:cNvPr id="17" name="Text Box 7">
            <a:extLst>
              <a:ext uri="{FF2B5EF4-FFF2-40B4-BE49-F238E27FC236}">
                <a16:creationId xmlns:a16="http://schemas.microsoft.com/office/drawing/2014/main" id="{57AA8060-8C32-2D88-DD74-DF314BF8B2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9088" y="5966248"/>
            <a:ext cx="335348" cy="448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50000"/>
                  </a:schemeClr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316"/>
              <a:t>1</a:t>
            </a:r>
          </a:p>
        </p:txBody>
      </p:sp>
      <p:sp>
        <p:nvSpPr>
          <p:cNvPr id="18" name="Text Box 8">
            <a:extLst>
              <a:ext uri="{FF2B5EF4-FFF2-40B4-BE49-F238E27FC236}">
                <a16:creationId xmlns:a16="http://schemas.microsoft.com/office/drawing/2014/main" id="{32314500-810E-5066-4C50-0525D596BA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9405" y="5966248"/>
            <a:ext cx="335348" cy="448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50000"/>
                  </a:schemeClr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316"/>
              <a:t>2</a:t>
            </a:r>
          </a:p>
        </p:txBody>
      </p:sp>
      <p:sp>
        <p:nvSpPr>
          <p:cNvPr id="19" name="Text Box 9">
            <a:extLst>
              <a:ext uri="{FF2B5EF4-FFF2-40B4-BE49-F238E27FC236}">
                <a16:creationId xmlns:a16="http://schemas.microsoft.com/office/drawing/2014/main" id="{9DAF21B5-EF5B-A7D8-7614-D55B86AE8E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29721" y="5966248"/>
            <a:ext cx="335348" cy="448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50000"/>
                  </a:schemeClr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316"/>
              <a:t>3</a:t>
            </a:r>
          </a:p>
        </p:txBody>
      </p:sp>
      <p:sp>
        <p:nvSpPr>
          <p:cNvPr id="20" name="Line 5">
            <a:extLst>
              <a:ext uri="{FF2B5EF4-FFF2-40B4-BE49-F238E27FC236}">
                <a16:creationId xmlns:a16="http://schemas.microsoft.com/office/drawing/2014/main" id="{EE72D8FB-1B29-3764-BBEF-A25161B34CD7}"/>
              </a:ext>
            </a:extLst>
          </p:cNvPr>
          <p:cNvSpPr>
            <a:spLocks noChangeShapeType="1"/>
          </p:cNvSpPr>
          <p:nvPr/>
        </p:nvSpPr>
        <p:spPr bwMode="auto">
          <a:xfrm>
            <a:off x="4254594" y="3865456"/>
            <a:ext cx="0" cy="210079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D" sz="2316"/>
          </a:p>
        </p:txBody>
      </p:sp>
      <p:sp>
        <p:nvSpPr>
          <p:cNvPr id="21" name="Line 10">
            <a:extLst>
              <a:ext uri="{FF2B5EF4-FFF2-40B4-BE49-F238E27FC236}">
                <a16:creationId xmlns:a16="http://schemas.microsoft.com/office/drawing/2014/main" id="{3893CF4E-77F8-6F8C-A42F-A62BF113707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842815" y="4537709"/>
            <a:ext cx="0" cy="142853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D" sz="2316"/>
          </a:p>
        </p:txBody>
      </p:sp>
      <p:sp>
        <p:nvSpPr>
          <p:cNvPr id="22" name="Line 11">
            <a:extLst>
              <a:ext uri="{FF2B5EF4-FFF2-40B4-BE49-F238E27FC236}">
                <a16:creationId xmlns:a16="http://schemas.microsoft.com/office/drawing/2014/main" id="{41BE7B8B-3318-9995-CC20-55C92D63AF1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683132" y="5041899"/>
            <a:ext cx="0" cy="92434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D" sz="2316"/>
          </a:p>
        </p:txBody>
      </p:sp>
      <p:sp>
        <p:nvSpPr>
          <p:cNvPr id="23" name="Line 12">
            <a:extLst>
              <a:ext uri="{FF2B5EF4-FFF2-40B4-BE49-F238E27FC236}">
                <a16:creationId xmlns:a16="http://schemas.microsoft.com/office/drawing/2014/main" id="{3510A5AB-6FDE-6852-C617-661BF51D528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523449" y="5630121"/>
            <a:ext cx="0" cy="33612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D" sz="2316"/>
          </a:p>
        </p:txBody>
      </p:sp>
      <p:sp>
        <p:nvSpPr>
          <p:cNvPr id="24" name="Text Box 17">
            <a:extLst>
              <a:ext uri="{FF2B5EF4-FFF2-40B4-BE49-F238E27FC236}">
                <a16:creationId xmlns:a16="http://schemas.microsoft.com/office/drawing/2014/main" id="{110F3C38-227F-9EA1-F150-FECF243FAB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98309" y="4285614"/>
            <a:ext cx="561372" cy="448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50000"/>
                  </a:schemeClr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316"/>
              <a:t>.50</a:t>
            </a:r>
          </a:p>
        </p:txBody>
      </p:sp>
      <p:sp>
        <p:nvSpPr>
          <p:cNvPr id="25" name="Text Box 18">
            <a:extLst>
              <a:ext uri="{FF2B5EF4-FFF2-40B4-BE49-F238E27FC236}">
                <a16:creationId xmlns:a16="http://schemas.microsoft.com/office/drawing/2014/main" id="{4D7D0ED1-E02F-7F9C-D46D-CE41270200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98309" y="4789804"/>
            <a:ext cx="561372" cy="448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50000"/>
                  </a:schemeClr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316"/>
              <a:t>.33</a:t>
            </a:r>
          </a:p>
        </p:txBody>
      </p:sp>
      <p:sp>
        <p:nvSpPr>
          <p:cNvPr id="26" name="Text Box 19">
            <a:extLst>
              <a:ext uri="{FF2B5EF4-FFF2-40B4-BE49-F238E27FC236}">
                <a16:creationId xmlns:a16="http://schemas.microsoft.com/office/drawing/2014/main" id="{9366E479-0FC1-1808-E3B8-16D16B273A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98309" y="5378026"/>
            <a:ext cx="561372" cy="448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50000"/>
                  </a:schemeClr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316"/>
              <a:t>.17</a:t>
            </a:r>
          </a:p>
        </p:txBody>
      </p:sp>
    </p:spTree>
    <p:extLst>
      <p:ext uri="{BB962C8B-B14F-4D97-AF65-F5344CB8AC3E}">
        <p14:creationId xmlns:p14="http://schemas.microsoft.com/office/powerpoint/2010/main" val="33169407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>
            <a:extLst>
              <a:ext uri="{FF2B5EF4-FFF2-40B4-BE49-F238E27FC236}">
                <a16:creationId xmlns:a16="http://schemas.microsoft.com/office/drawing/2014/main" id="{7529C2CA-AE84-99B4-F76B-CA930C6151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83776" y="914201"/>
            <a:ext cx="9404862" cy="790231"/>
          </a:xfrm>
        </p:spPr>
        <p:txBody>
          <a:bodyPr/>
          <a:lstStyle/>
          <a:p>
            <a:pPr algn="ctr"/>
            <a:r>
              <a:rPr lang="en-US" altLang="en-US" dirty="0"/>
              <a:t>Probability Distribution</a:t>
            </a: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4B894789-372B-B12D-0B03-ED631B122957}"/>
              </a:ext>
            </a:extLst>
          </p:cNvPr>
          <p:cNvSpPr txBox="1">
            <a:spLocks noChangeArrowheads="1"/>
          </p:cNvSpPr>
          <p:nvPr/>
        </p:nvSpPr>
        <p:spPr>
          <a:xfrm>
            <a:off x="1283776" y="2131689"/>
            <a:ext cx="9630908" cy="45522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>
            <a:lvl1pPr marL="267218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1pPr>
            <a:lvl2pPr marL="534436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2pPr>
            <a:lvl3pPr marL="801654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3pPr>
            <a:lvl4pPr marL="1068873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4pPr>
            <a:lvl5pPr marL="1336091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5pPr>
            <a:lvl6pPr marL="1603309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1870527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2137745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2404963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fontAlgn="auto"/>
            <a:r>
              <a:rPr lang="en-US" altLang="en-US" sz="2800" kern="0" dirty="0"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The probability function </a:t>
            </a:r>
          </a:p>
          <a:p>
            <a:pPr lvl="1"/>
            <a:r>
              <a:rPr lang="en-US" altLang="en-US" sz="2400" dirty="0"/>
              <a:t>May be formulaic:</a:t>
            </a:r>
          </a:p>
        </p:txBody>
      </p:sp>
      <p:graphicFrame>
        <p:nvGraphicFramePr>
          <p:cNvPr id="2" name="Object 12">
            <a:extLst>
              <a:ext uri="{FF2B5EF4-FFF2-40B4-BE49-F238E27FC236}">
                <a16:creationId xmlns:a16="http://schemas.microsoft.com/office/drawing/2014/main" id="{90067278-6BEE-7223-A087-EF328988FDC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94950269"/>
              </p:ext>
            </p:extLst>
          </p:nvPr>
        </p:nvGraphicFramePr>
        <p:xfrm>
          <a:off x="2114205" y="3342404"/>
          <a:ext cx="6460228" cy="1260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942920" imgH="393480" progId="Equation.3">
                  <p:embed/>
                </p:oleObj>
              </mc:Choice>
              <mc:Fallback>
                <p:oleObj name="Equation" r:id="rId2" imgW="1942920" imgH="393480" progId="Equation.3">
                  <p:embed/>
                  <p:pic>
                    <p:nvPicPr>
                      <p:cNvPr id="2" name="Object 12">
                        <a:extLst>
                          <a:ext uri="{FF2B5EF4-FFF2-40B4-BE49-F238E27FC236}">
                            <a16:creationId xmlns:a16="http://schemas.microsoft.com/office/drawing/2014/main" id="{90067278-6BEE-7223-A087-EF328988FDC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14205" y="3342404"/>
                        <a:ext cx="6460228" cy="1260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9D2CF8E-4398-583A-10AB-0BB44C8509DB}"/>
                  </a:ext>
                </a:extLst>
              </p:cNvPr>
              <p:cNvSpPr txBox="1"/>
              <p:nvPr/>
            </p:nvSpPr>
            <p:spPr>
              <a:xfrm>
                <a:off x="3530106" y="4862398"/>
                <a:ext cx="3628429" cy="224882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0" tIns="0" rIns="0" bIns="0" numCol="1" spcCol="38100" rtlCol="0" anchor="ctr">
                <a:spAutoFit/>
              </a:bodyPr>
              <a:lstStyle/>
              <a:p>
                <a:pPr marL="0" marR="0" indent="0" algn="ctr" defTabSz="2438338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0" lang="en-US" sz="2400" b="0" i="0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5E5E5E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  <a:sym typeface="Helvetica Neue"/>
                        </a:rPr>
                        <m:t>P</m:t>
                      </m:r>
                      <m:d>
                        <m:dPr>
                          <m:ctrlPr>
                            <a:rPr kumimoji="0" lang="en-US" sz="24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5E5E5E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kumimoji="0" lang="en-US" sz="2400" b="0" i="0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5E5E5E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X</m:t>
                          </m:r>
                          <m:r>
                            <a:rPr kumimoji="0" lang="en-US" sz="2400" b="0" i="0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5E5E5E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=</m:t>
                          </m:r>
                          <m:r>
                            <m:rPr>
                              <m:sty m:val="p"/>
                            </m:rPr>
                            <a:rPr kumimoji="0" lang="en-US" sz="2400" b="0" i="0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5E5E5E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x</m:t>
                          </m:r>
                        </m:e>
                      </m:d>
                      <m:r>
                        <a:rPr kumimoji="0" lang="en-US" sz="2400" b="0" i="0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5E5E5E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  <a:sym typeface="Helvetica Neue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kumimoji="0" lang="en-US" sz="24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5E5E5E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kumimoji="0" lang="en-US" sz="24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rgbClr val="5E5E5E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  <a:sym typeface="Helvetica Neue"/>
                                </a:rPr>
                              </m:ctrlPr>
                            </m:mPr>
                            <m:mr>
                              <m:e>
                                <m:f>
                                  <m:fPr>
                                    <m:ctrlPr>
                                      <a:rPr kumimoji="0" lang="en-US" sz="2400" b="0" i="1" u="none" strike="noStrike" cap="none" spc="0" normalizeH="0" baseline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5E5E5E"/>
                                        </a:solidFill>
                                        <a:effectLst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  <a:sym typeface="Helvetica Neue"/>
                                      </a:rPr>
                                    </m:ctrlPr>
                                  </m:fPr>
                                  <m:num>
                                    <m:r>
                                      <m:rPr>
                                        <m:brk m:alnAt="7"/>
                                      </m:rPr>
                                      <a:rPr kumimoji="0" lang="en-US" sz="2400" b="0" i="1" u="none" strike="noStrike" cap="none" spc="0" normalizeH="0" baseline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5E5E5E"/>
                                        </a:solidFill>
                                        <a:effectLst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  <a:sym typeface="Helvetica Neue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m:rPr>
                                        <m:brk m:alnAt="7"/>
                                      </m:rPr>
                                      <a:rPr kumimoji="0" lang="en-US" sz="2400" b="0" i="1" u="none" strike="noStrike" cap="none" spc="0" normalizeH="0" baseline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5E5E5E"/>
                                        </a:solidFill>
                                        <a:effectLst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  <a:sym typeface="Helvetica Neue"/>
                                      </a:rPr>
                                      <m:t>2</m:t>
                                    </m:r>
                                  </m:den>
                                </m:f>
                                <m:r>
                                  <m:rPr>
                                    <m:brk m:alnAt="7"/>
                                  </m:rPr>
                                  <a:rPr kumimoji="0" lang="en-US" sz="2400" b="0" i="1" u="none" strike="noStrike" cap="none" spc="0" normalizeH="0" baseline="0" smtClean="0">
                                    <a:ln>
                                      <a:noFill/>
                                    </a:ln>
                                    <a:solidFill>
                                      <a:srgbClr val="5E5E5E"/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  <a:sym typeface="Helvetica Neue"/>
                                  </a:rPr>
                                  <m:t>,</m:t>
                                </m:r>
                                <m:r>
                                  <a:rPr kumimoji="0" lang="en-US" sz="2400" b="0" i="1" u="none" strike="noStrike" cap="none" spc="0" normalizeH="0" baseline="0" smtClean="0">
                                    <a:ln>
                                      <a:noFill/>
                                    </a:ln>
                                    <a:solidFill>
                                      <a:srgbClr val="5E5E5E"/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  <a:sym typeface="Helvetica Neue"/>
                                  </a:rPr>
                                  <m:t>   </m:t>
                                </m:r>
                                <m:r>
                                  <a:rPr kumimoji="0" lang="en-US" sz="2400" b="0" i="1" u="none" strike="noStrike" cap="none" spc="0" normalizeH="0" baseline="0" smtClean="0">
                                    <a:ln>
                                      <a:noFill/>
                                    </a:ln>
                                    <a:solidFill>
                                      <a:srgbClr val="5E5E5E"/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  <a:sym typeface="Helvetica Neue"/>
                                  </a:rPr>
                                  <m:t>𝑥</m:t>
                                </m:r>
                                <m:r>
                                  <a:rPr kumimoji="0" lang="en-US" sz="2400" b="0" i="1" u="none" strike="noStrike" cap="none" spc="0" normalizeH="0" baseline="0" smtClean="0">
                                    <a:ln>
                                      <a:noFill/>
                                    </a:ln>
                                    <a:solidFill>
                                      <a:srgbClr val="5E5E5E"/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  <a:sym typeface="Helvetica Neue"/>
                                  </a:rPr>
                                  <m:t>=1</m:t>
                                </m:r>
                              </m:e>
                            </m:mr>
                            <m:mr>
                              <m:e>
                                <m:f>
                                  <m:fPr>
                                    <m:ctrlPr>
                                      <a:rPr kumimoji="0" lang="en-US" sz="2400" b="0" i="1" u="none" strike="noStrike" cap="none" spc="0" normalizeH="0" baseline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5E5E5E"/>
                                        </a:solidFill>
                                        <a:effectLst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  <a:sym typeface="Helvetica Neue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US" sz="2400" b="0" i="1" u="none" strike="noStrike" cap="none" spc="0" normalizeH="0" baseline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5E5E5E"/>
                                        </a:solidFill>
                                        <a:effectLst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  <a:sym typeface="Helvetica Neue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US" sz="2400" b="0" i="1" u="none" strike="noStrike" cap="none" spc="0" normalizeH="0" baseline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5E5E5E"/>
                                        </a:solidFill>
                                        <a:effectLst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  <a:sym typeface="Helvetica Neue"/>
                                      </a:rPr>
                                      <m:t>3</m:t>
                                    </m:r>
                                  </m:den>
                                </m:f>
                                <m:r>
                                  <a:rPr kumimoji="0" lang="en-US" sz="2400" b="0" i="1" u="none" strike="noStrike" cap="none" spc="0" normalizeH="0" baseline="0" smtClean="0">
                                    <a:ln>
                                      <a:noFill/>
                                    </a:ln>
                                    <a:solidFill>
                                      <a:srgbClr val="5E5E5E"/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  <a:sym typeface="Helvetica Neue"/>
                                  </a:rPr>
                                  <m:t>,    </m:t>
                                </m:r>
                                <m:r>
                                  <a:rPr kumimoji="0" lang="en-US" sz="2400" b="0" i="1" u="none" strike="noStrike" cap="none" spc="0" normalizeH="0" baseline="0" smtClean="0">
                                    <a:ln>
                                      <a:noFill/>
                                    </a:ln>
                                    <a:solidFill>
                                      <a:srgbClr val="5E5E5E"/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  <a:sym typeface="Helvetica Neue"/>
                                  </a:rPr>
                                  <m:t>𝑥</m:t>
                                </m:r>
                                <m:r>
                                  <a:rPr kumimoji="0" lang="en-US" sz="2400" b="0" i="1" u="none" strike="noStrike" cap="none" spc="0" normalizeH="0" baseline="0" smtClean="0">
                                    <a:ln>
                                      <a:noFill/>
                                    </a:ln>
                                    <a:solidFill>
                                      <a:srgbClr val="5E5E5E"/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  <a:sym typeface="Helvetica Neue"/>
                                  </a:rPr>
                                  <m:t>=2</m:t>
                                </m:r>
                              </m:e>
                            </m:mr>
                            <m:mr>
                              <m:e>
                                <m:f>
                                  <m:fPr>
                                    <m:ctrlPr>
                                      <a:rPr kumimoji="0" lang="en-US" sz="2400" b="0" i="1" u="none" strike="noStrike" cap="none" spc="0" normalizeH="0" baseline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5E5E5E"/>
                                        </a:solidFill>
                                        <a:effectLst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  <a:sym typeface="Helvetica Neue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US" sz="2400" b="0" i="1" u="none" strike="noStrike" cap="none" spc="0" normalizeH="0" baseline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5E5E5E"/>
                                        </a:solidFill>
                                        <a:effectLst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  <a:sym typeface="Helvetica Neue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US" sz="2400" b="0" i="1" u="none" strike="noStrike" cap="none" spc="0" normalizeH="0" baseline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5E5E5E"/>
                                        </a:solidFill>
                                        <a:effectLst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  <a:sym typeface="Helvetica Neue"/>
                                      </a:rPr>
                                      <m:t>6</m:t>
                                    </m:r>
                                  </m:den>
                                </m:f>
                                <m:r>
                                  <a:rPr kumimoji="0" lang="en-US" sz="2400" b="0" i="1" u="none" strike="noStrike" cap="none" spc="0" normalizeH="0" baseline="0" smtClean="0">
                                    <a:ln>
                                      <a:noFill/>
                                    </a:ln>
                                    <a:solidFill>
                                      <a:srgbClr val="5E5E5E"/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  <a:sym typeface="Helvetica Neue"/>
                                  </a:rPr>
                                  <m:t>,   </m:t>
                                </m:r>
                                <m:r>
                                  <a:rPr kumimoji="0" lang="en-US" sz="2400" b="0" i="1" u="none" strike="noStrike" cap="none" spc="0" normalizeH="0" baseline="0" smtClean="0">
                                    <a:ln>
                                      <a:noFill/>
                                    </a:ln>
                                    <a:solidFill>
                                      <a:srgbClr val="5E5E5E"/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  <a:sym typeface="Helvetica Neue"/>
                                  </a:rPr>
                                  <m:t>𝑥</m:t>
                                </m:r>
                                <m:r>
                                  <a:rPr kumimoji="0" lang="en-US" sz="2400" b="0" i="1" u="none" strike="noStrike" cap="none" spc="0" normalizeH="0" baseline="0" smtClean="0">
                                    <a:ln>
                                      <a:noFill/>
                                    </a:ln>
                                    <a:solidFill>
                                      <a:srgbClr val="5E5E5E"/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  <a:sym typeface="Helvetica Neue"/>
                                  </a:rPr>
                                  <m:t>=3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kumimoji="0" lang="en-ID" sz="2400" b="0" i="0" u="none" strike="noStrike" cap="none" spc="0" normalizeH="0" baseline="0" dirty="0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9D2CF8E-4398-583A-10AB-0BB44C8509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0106" y="4862398"/>
                <a:ext cx="3628429" cy="224882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275193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>
            <a:extLst>
              <a:ext uri="{FF2B5EF4-FFF2-40B4-BE49-F238E27FC236}">
                <a16:creationId xmlns:a16="http://schemas.microsoft.com/office/drawing/2014/main" id="{7529C2CA-AE84-99B4-F76B-CA930C6151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83776" y="914201"/>
            <a:ext cx="9404862" cy="790231"/>
          </a:xfrm>
        </p:spPr>
        <p:txBody>
          <a:bodyPr/>
          <a:lstStyle/>
          <a:p>
            <a:pPr algn="ctr"/>
            <a:r>
              <a:rPr lang="en-US" altLang="en-US" dirty="0"/>
              <a:t>Probability Distribution</a:t>
            </a: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4B894789-372B-B12D-0B03-ED631B122957}"/>
              </a:ext>
            </a:extLst>
          </p:cNvPr>
          <p:cNvSpPr txBox="1">
            <a:spLocks noChangeArrowheads="1"/>
          </p:cNvSpPr>
          <p:nvPr/>
        </p:nvSpPr>
        <p:spPr>
          <a:xfrm>
            <a:off x="1283776" y="2131689"/>
            <a:ext cx="9630908" cy="45522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>
            <a:lvl1pPr marL="267218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1pPr>
            <a:lvl2pPr marL="534436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2pPr>
            <a:lvl3pPr marL="801654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3pPr>
            <a:lvl4pPr marL="1068873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4pPr>
            <a:lvl5pPr marL="1336091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5pPr>
            <a:lvl6pPr marL="1603309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1870527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2137745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2404963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fontAlgn="auto"/>
            <a:r>
              <a:rPr lang="en-US" altLang="en-US" sz="2800" kern="0" dirty="0"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The probability function 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en-US" sz="2400" dirty="0"/>
              <a:t>Another example, rolling a fair die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2A7C8CFF-4D01-2069-A86B-AAAE2F679F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5277301"/>
              </p:ext>
            </p:extLst>
          </p:nvPr>
        </p:nvGraphicFramePr>
        <p:xfrm>
          <a:off x="1781439" y="3883558"/>
          <a:ext cx="7314614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6818">
                  <a:extLst>
                    <a:ext uri="{9D8B030D-6E8A-4147-A177-3AD203B41FA5}">
                      <a16:colId xmlns:a16="http://schemas.microsoft.com/office/drawing/2014/main" val="818569783"/>
                    </a:ext>
                  </a:extLst>
                </a:gridCol>
                <a:gridCol w="1017966">
                  <a:extLst>
                    <a:ext uri="{9D8B030D-6E8A-4147-A177-3AD203B41FA5}">
                      <a16:colId xmlns:a16="http://schemas.microsoft.com/office/drawing/2014/main" val="324077297"/>
                    </a:ext>
                  </a:extLst>
                </a:gridCol>
                <a:gridCol w="1017966">
                  <a:extLst>
                    <a:ext uri="{9D8B030D-6E8A-4147-A177-3AD203B41FA5}">
                      <a16:colId xmlns:a16="http://schemas.microsoft.com/office/drawing/2014/main" val="2793115615"/>
                    </a:ext>
                  </a:extLst>
                </a:gridCol>
                <a:gridCol w="1017966">
                  <a:extLst>
                    <a:ext uri="{9D8B030D-6E8A-4147-A177-3AD203B41FA5}">
                      <a16:colId xmlns:a16="http://schemas.microsoft.com/office/drawing/2014/main" val="2753587793"/>
                    </a:ext>
                  </a:extLst>
                </a:gridCol>
                <a:gridCol w="1017966">
                  <a:extLst>
                    <a:ext uri="{9D8B030D-6E8A-4147-A177-3AD203B41FA5}">
                      <a16:colId xmlns:a16="http://schemas.microsoft.com/office/drawing/2014/main" val="4266520329"/>
                    </a:ext>
                  </a:extLst>
                </a:gridCol>
                <a:gridCol w="1017966">
                  <a:extLst>
                    <a:ext uri="{9D8B030D-6E8A-4147-A177-3AD203B41FA5}">
                      <a16:colId xmlns:a16="http://schemas.microsoft.com/office/drawing/2014/main" val="3765837895"/>
                    </a:ext>
                  </a:extLst>
                </a:gridCol>
                <a:gridCol w="1017966">
                  <a:extLst>
                    <a:ext uri="{9D8B030D-6E8A-4147-A177-3AD203B41FA5}">
                      <a16:colId xmlns:a16="http://schemas.microsoft.com/office/drawing/2014/main" val="300474981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en-ID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ID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ID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ID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ID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ID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en-ID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05637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P(X=x)</a:t>
                      </a:r>
                      <a:endParaRPr lang="en-ID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1/6</a:t>
                      </a:r>
                      <a:endParaRPr lang="en-ID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25608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4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5E5E5E"/>
                          </a:solidFill>
                          <a:effectLst/>
                          <a:uLnTx/>
                          <a:uFillTx/>
                          <a:latin typeface="Helvetica Neue"/>
                          <a:sym typeface="Helvetica Neue"/>
                        </a:rPr>
                        <a:t>1/6</a:t>
                      </a:r>
                      <a:endParaRPr kumimoji="0" lang="en-ID" sz="2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5E5E5E"/>
                        </a:solidFill>
                        <a:effectLst/>
                        <a:uLnTx/>
                        <a:uFillTx/>
                        <a:latin typeface="Helvetica Neue"/>
                        <a:sym typeface="Helvetica Neue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25608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4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5E5E5E"/>
                          </a:solidFill>
                          <a:effectLst/>
                          <a:uLnTx/>
                          <a:uFillTx/>
                          <a:latin typeface="Helvetica Neue"/>
                          <a:sym typeface="Helvetica Neue"/>
                        </a:rPr>
                        <a:t>1/6</a:t>
                      </a:r>
                      <a:endParaRPr kumimoji="0" lang="en-ID" sz="2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5E5E5E"/>
                        </a:solidFill>
                        <a:effectLst/>
                        <a:uLnTx/>
                        <a:uFillTx/>
                        <a:latin typeface="Helvetica Neue"/>
                        <a:sym typeface="Helvetica Neue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25608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4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5E5E5E"/>
                          </a:solidFill>
                          <a:effectLst/>
                          <a:uLnTx/>
                          <a:uFillTx/>
                          <a:latin typeface="Helvetica Neue"/>
                          <a:sym typeface="Helvetica Neue"/>
                        </a:rPr>
                        <a:t>1/6</a:t>
                      </a:r>
                      <a:endParaRPr kumimoji="0" lang="en-ID" sz="2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5E5E5E"/>
                        </a:solidFill>
                        <a:effectLst/>
                        <a:uLnTx/>
                        <a:uFillTx/>
                        <a:latin typeface="Helvetica Neue"/>
                        <a:sym typeface="Helvetica Neue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25608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4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5E5E5E"/>
                          </a:solidFill>
                          <a:effectLst/>
                          <a:uLnTx/>
                          <a:uFillTx/>
                          <a:latin typeface="Helvetica Neue"/>
                          <a:sym typeface="Helvetica Neue"/>
                        </a:rPr>
                        <a:t>1/6</a:t>
                      </a:r>
                      <a:endParaRPr kumimoji="0" lang="en-ID" sz="2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5E5E5E"/>
                        </a:solidFill>
                        <a:effectLst/>
                        <a:uLnTx/>
                        <a:uFillTx/>
                        <a:latin typeface="Helvetica Neue"/>
                        <a:sym typeface="Helvetica Neue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25608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5E5E5E"/>
                          </a:solidFill>
                          <a:effectLst/>
                          <a:uLnTx/>
                          <a:uFillTx/>
                          <a:latin typeface="Helvetica Neue"/>
                          <a:sym typeface="Helvetica Neue"/>
                        </a:rPr>
                        <a:t>1/6</a:t>
                      </a:r>
                      <a:endParaRPr kumimoji="0" lang="en-ID" sz="2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5E5E5E"/>
                        </a:solidFill>
                        <a:effectLst/>
                        <a:uLnTx/>
                        <a:uFillTx/>
                        <a:latin typeface="Helvetica Neue"/>
                        <a:sym typeface="Helvetica Neue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65381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225217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>
            <a:extLst>
              <a:ext uri="{FF2B5EF4-FFF2-40B4-BE49-F238E27FC236}">
                <a16:creationId xmlns:a16="http://schemas.microsoft.com/office/drawing/2014/main" id="{7529C2CA-AE84-99B4-F76B-CA930C6151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83776" y="914201"/>
            <a:ext cx="9404862" cy="790231"/>
          </a:xfrm>
        </p:spPr>
        <p:txBody>
          <a:bodyPr/>
          <a:lstStyle/>
          <a:p>
            <a:pPr algn="ctr"/>
            <a:r>
              <a:rPr lang="en-US" altLang="en-US" dirty="0"/>
              <a:t>Probability Distribution</a:t>
            </a: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4B894789-372B-B12D-0B03-ED631B122957}"/>
              </a:ext>
            </a:extLst>
          </p:cNvPr>
          <p:cNvSpPr txBox="1">
            <a:spLocks noChangeArrowheads="1"/>
          </p:cNvSpPr>
          <p:nvPr/>
        </p:nvSpPr>
        <p:spPr>
          <a:xfrm>
            <a:off x="1283776" y="2131689"/>
            <a:ext cx="9630908" cy="45522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>
            <a:lvl1pPr marL="267218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1pPr>
            <a:lvl2pPr marL="534436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2pPr>
            <a:lvl3pPr marL="801654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3pPr>
            <a:lvl4pPr marL="1068873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4pPr>
            <a:lvl5pPr marL="1336091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5pPr>
            <a:lvl6pPr marL="1603309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1870527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2137745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2404963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fontAlgn="auto"/>
            <a:r>
              <a:rPr lang="en-US" altLang="en-US" sz="2800" kern="0" dirty="0"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The probability function 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en-US" sz="2400" dirty="0"/>
              <a:t>Another example, rolling a fair die</a:t>
            </a:r>
          </a:p>
        </p:txBody>
      </p:sp>
      <p:sp>
        <p:nvSpPr>
          <p:cNvPr id="25" name="Line 5">
            <a:extLst>
              <a:ext uri="{FF2B5EF4-FFF2-40B4-BE49-F238E27FC236}">
                <a16:creationId xmlns:a16="http://schemas.microsoft.com/office/drawing/2014/main" id="{1F2CC938-9816-C14E-467F-EB59FB5B0910}"/>
              </a:ext>
            </a:extLst>
          </p:cNvPr>
          <p:cNvSpPr>
            <a:spLocks noChangeShapeType="1"/>
          </p:cNvSpPr>
          <p:nvPr/>
        </p:nvSpPr>
        <p:spPr bwMode="auto">
          <a:xfrm>
            <a:off x="3229460" y="5818419"/>
            <a:ext cx="5378027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D" sz="2316"/>
          </a:p>
        </p:txBody>
      </p:sp>
      <p:sp>
        <p:nvSpPr>
          <p:cNvPr id="26" name="Text Box 6">
            <a:extLst>
              <a:ext uri="{FF2B5EF4-FFF2-40B4-BE49-F238E27FC236}">
                <a16:creationId xmlns:a16="http://schemas.microsoft.com/office/drawing/2014/main" id="{0E3CDCEA-48FE-2928-1721-2CF524B01D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49618" y="5818419"/>
            <a:ext cx="335348" cy="448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50000"/>
                  </a:schemeClr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316"/>
              <a:t>1</a:t>
            </a:r>
          </a:p>
        </p:txBody>
      </p:sp>
      <p:sp>
        <p:nvSpPr>
          <p:cNvPr id="27" name="Text Box 7">
            <a:extLst>
              <a:ext uri="{FF2B5EF4-FFF2-40B4-BE49-F238E27FC236}">
                <a16:creationId xmlns:a16="http://schemas.microsoft.com/office/drawing/2014/main" id="{CBBCD2BC-C1A3-D993-AB5F-C67F8C0EF6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89935" y="5818419"/>
            <a:ext cx="335348" cy="448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50000"/>
                  </a:schemeClr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316"/>
              <a:t>2</a:t>
            </a:r>
          </a:p>
        </p:txBody>
      </p:sp>
      <p:sp>
        <p:nvSpPr>
          <p:cNvPr id="28" name="Text Box 8">
            <a:extLst>
              <a:ext uri="{FF2B5EF4-FFF2-40B4-BE49-F238E27FC236}">
                <a16:creationId xmlns:a16="http://schemas.microsoft.com/office/drawing/2014/main" id="{689E84C1-9611-1E33-D234-98DBF651E3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0251" y="5818419"/>
            <a:ext cx="335348" cy="448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50000"/>
                  </a:schemeClr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316"/>
              <a:t>3</a:t>
            </a:r>
          </a:p>
        </p:txBody>
      </p:sp>
      <p:sp>
        <p:nvSpPr>
          <p:cNvPr id="29" name="Line 9">
            <a:extLst>
              <a:ext uri="{FF2B5EF4-FFF2-40B4-BE49-F238E27FC236}">
                <a16:creationId xmlns:a16="http://schemas.microsoft.com/office/drawing/2014/main" id="{7C115E08-603C-E60E-009B-ECAEC88AB3D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498315" y="5482292"/>
            <a:ext cx="0" cy="33612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D" sz="2316"/>
          </a:p>
        </p:txBody>
      </p:sp>
      <p:sp>
        <p:nvSpPr>
          <p:cNvPr id="30" name="Text Box 16">
            <a:extLst>
              <a:ext uri="{FF2B5EF4-FFF2-40B4-BE49-F238E27FC236}">
                <a16:creationId xmlns:a16="http://schemas.microsoft.com/office/drawing/2014/main" id="{DF211758-89C9-8884-CD92-6539E6844F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70568" y="5818419"/>
            <a:ext cx="335348" cy="448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50000"/>
                  </a:schemeClr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316"/>
              <a:t>4</a:t>
            </a:r>
          </a:p>
        </p:txBody>
      </p:sp>
      <p:sp>
        <p:nvSpPr>
          <p:cNvPr id="31" name="Text Box 17">
            <a:extLst>
              <a:ext uri="{FF2B5EF4-FFF2-40B4-BE49-F238E27FC236}">
                <a16:creationId xmlns:a16="http://schemas.microsoft.com/office/drawing/2014/main" id="{D572594C-4A9E-52D0-5A07-A03A54C363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10885" y="5818419"/>
            <a:ext cx="335348" cy="448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50000"/>
                  </a:schemeClr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316"/>
              <a:t>5</a:t>
            </a:r>
          </a:p>
        </p:txBody>
      </p:sp>
      <p:sp>
        <p:nvSpPr>
          <p:cNvPr id="32" name="Text Box 18">
            <a:extLst>
              <a:ext uri="{FF2B5EF4-FFF2-40B4-BE49-F238E27FC236}">
                <a16:creationId xmlns:a16="http://schemas.microsoft.com/office/drawing/2014/main" id="{FE535418-7A2F-7135-A0AD-B72FB1D0C4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51201" y="5818419"/>
            <a:ext cx="335348" cy="448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50000"/>
                  </a:schemeClr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316"/>
              <a:t>6</a:t>
            </a:r>
          </a:p>
        </p:txBody>
      </p:sp>
      <p:sp>
        <p:nvSpPr>
          <p:cNvPr id="33" name="Line 19">
            <a:extLst>
              <a:ext uri="{FF2B5EF4-FFF2-40B4-BE49-F238E27FC236}">
                <a16:creationId xmlns:a16="http://schemas.microsoft.com/office/drawing/2014/main" id="{B88130BB-CB9F-CF86-A3AD-DA1A776F383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019265" y="5482292"/>
            <a:ext cx="0" cy="33612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D" sz="2316"/>
          </a:p>
        </p:txBody>
      </p:sp>
      <p:sp>
        <p:nvSpPr>
          <p:cNvPr id="34" name="Line 20">
            <a:extLst>
              <a:ext uri="{FF2B5EF4-FFF2-40B4-BE49-F238E27FC236}">
                <a16:creationId xmlns:a16="http://schemas.microsoft.com/office/drawing/2014/main" id="{8A088EDA-A75B-BCEC-32B5-B7DF5B6B99A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178948" y="5482292"/>
            <a:ext cx="0" cy="33612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D" sz="2316"/>
          </a:p>
        </p:txBody>
      </p:sp>
      <p:sp>
        <p:nvSpPr>
          <p:cNvPr id="35" name="Line 21">
            <a:extLst>
              <a:ext uri="{FF2B5EF4-FFF2-40B4-BE49-F238E27FC236}">
                <a16:creationId xmlns:a16="http://schemas.microsoft.com/office/drawing/2014/main" id="{26C42DA7-4D32-C3AF-9B10-168DC29F4EB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338631" y="5482292"/>
            <a:ext cx="0" cy="33612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D" sz="2316"/>
          </a:p>
        </p:txBody>
      </p:sp>
      <p:sp>
        <p:nvSpPr>
          <p:cNvPr id="36" name="Line 22">
            <a:extLst>
              <a:ext uri="{FF2B5EF4-FFF2-40B4-BE49-F238E27FC236}">
                <a16:creationId xmlns:a16="http://schemas.microsoft.com/office/drawing/2014/main" id="{5FD8267F-374E-50FC-47C0-25800998C9A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657998" y="5482292"/>
            <a:ext cx="0" cy="33612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D" sz="2316"/>
          </a:p>
        </p:txBody>
      </p:sp>
      <p:sp>
        <p:nvSpPr>
          <p:cNvPr id="37" name="Line 23">
            <a:extLst>
              <a:ext uri="{FF2B5EF4-FFF2-40B4-BE49-F238E27FC236}">
                <a16:creationId xmlns:a16="http://schemas.microsoft.com/office/drawing/2014/main" id="{07023B7A-49B1-E602-828A-64ECEFAE183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817681" y="5482292"/>
            <a:ext cx="0" cy="33612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D" sz="2316"/>
          </a:p>
        </p:txBody>
      </p:sp>
      <p:sp>
        <p:nvSpPr>
          <p:cNvPr id="38" name="Line 4">
            <a:extLst>
              <a:ext uri="{FF2B5EF4-FFF2-40B4-BE49-F238E27FC236}">
                <a16:creationId xmlns:a16="http://schemas.microsoft.com/office/drawing/2014/main" id="{4AACB266-4425-9A52-D47A-3167899CAC32}"/>
              </a:ext>
            </a:extLst>
          </p:cNvPr>
          <p:cNvSpPr>
            <a:spLocks noChangeShapeType="1"/>
          </p:cNvSpPr>
          <p:nvPr/>
        </p:nvSpPr>
        <p:spPr bwMode="auto">
          <a:xfrm>
            <a:off x="3229460" y="3734787"/>
            <a:ext cx="0" cy="210079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D" sz="2316"/>
          </a:p>
        </p:txBody>
      </p:sp>
      <p:sp>
        <p:nvSpPr>
          <p:cNvPr id="39" name="Line 10">
            <a:extLst>
              <a:ext uri="{FF2B5EF4-FFF2-40B4-BE49-F238E27FC236}">
                <a16:creationId xmlns:a16="http://schemas.microsoft.com/office/drawing/2014/main" id="{64344644-D4C9-A8BF-A709-C5D1EBAF5E49}"/>
              </a:ext>
            </a:extLst>
          </p:cNvPr>
          <p:cNvSpPr>
            <a:spLocks noChangeShapeType="1"/>
          </p:cNvSpPr>
          <p:nvPr/>
        </p:nvSpPr>
        <p:spPr bwMode="auto">
          <a:xfrm>
            <a:off x="3145428" y="4407040"/>
            <a:ext cx="16806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D" sz="2316"/>
          </a:p>
        </p:txBody>
      </p:sp>
      <p:sp>
        <p:nvSpPr>
          <p:cNvPr id="40" name="Line 11">
            <a:extLst>
              <a:ext uri="{FF2B5EF4-FFF2-40B4-BE49-F238E27FC236}">
                <a16:creationId xmlns:a16="http://schemas.microsoft.com/office/drawing/2014/main" id="{71A568A2-441B-1017-30E5-DCC22BD5498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145428" y="4911230"/>
            <a:ext cx="16806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D" sz="2316"/>
          </a:p>
        </p:txBody>
      </p:sp>
      <p:sp>
        <p:nvSpPr>
          <p:cNvPr id="41" name="Line 12">
            <a:extLst>
              <a:ext uri="{FF2B5EF4-FFF2-40B4-BE49-F238E27FC236}">
                <a16:creationId xmlns:a16="http://schemas.microsoft.com/office/drawing/2014/main" id="{98866360-26B1-C184-141C-BE8FCA45EDF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145428" y="5499452"/>
            <a:ext cx="16806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D" sz="2316"/>
          </a:p>
        </p:txBody>
      </p:sp>
      <p:sp>
        <p:nvSpPr>
          <p:cNvPr id="42" name="Text Box 13">
            <a:extLst>
              <a:ext uri="{FF2B5EF4-FFF2-40B4-BE49-F238E27FC236}">
                <a16:creationId xmlns:a16="http://schemas.microsoft.com/office/drawing/2014/main" id="{C2616778-2ADE-9DAB-9702-6FBC4FA782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73175" y="4154945"/>
            <a:ext cx="561372" cy="448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50000"/>
                  </a:schemeClr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316" dirty="0"/>
              <a:t>.50</a:t>
            </a:r>
          </a:p>
        </p:txBody>
      </p:sp>
      <p:sp>
        <p:nvSpPr>
          <p:cNvPr id="43" name="Text Box 14">
            <a:extLst>
              <a:ext uri="{FF2B5EF4-FFF2-40B4-BE49-F238E27FC236}">
                <a16:creationId xmlns:a16="http://schemas.microsoft.com/office/drawing/2014/main" id="{C845F502-B7BC-2D89-E9C1-8D137B2974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73175" y="4659135"/>
            <a:ext cx="561372" cy="448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50000"/>
                  </a:schemeClr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316" dirty="0"/>
              <a:t>.33</a:t>
            </a:r>
          </a:p>
        </p:txBody>
      </p:sp>
      <p:sp>
        <p:nvSpPr>
          <p:cNvPr id="44" name="Text Box 15">
            <a:extLst>
              <a:ext uri="{FF2B5EF4-FFF2-40B4-BE49-F238E27FC236}">
                <a16:creationId xmlns:a16="http://schemas.microsoft.com/office/drawing/2014/main" id="{842DC79E-3C8C-12A9-5BA3-F01FB20E7F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73175" y="5247357"/>
            <a:ext cx="561372" cy="448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50000"/>
                  </a:schemeClr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316"/>
              <a:t>.17</a:t>
            </a:r>
          </a:p>
        </p:txBody>
      </p:sp>
    </p:spTree>
    <p:extLst>
      <p:ext uri="{BB962C8B-B14F-4D97-AF65-F5344CB8AC3E}">
        <p14:creationId xmlns:p14="http://schemas.microsoft.com/office/powerpoint/2010/main" val="19669800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>
            <a:extLst>
              <a:ext uri="{FF2B5EF4-FFF2-40B4-BE49-F238E27FC236}">
                <a16:creationId xmlns:a16="http://schemas.microsoft.com/office/drawing/2014/main" id="{7529C2CA-AE84-99B4-F76B-CA930C6151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83776" y="914201"/>
            <a:ext cx="9404862" cy="790231"/>
          </a:xfrm>
        </p:spPr>
        <p:txBody>
          <a:bodyPr/>
          <a:lstStyle/>
          <a:p>
            <a:pPr algn="ctr"/>
            <a:r>
              <a:rPr lang="en-US" altLang="en-US" dirty="0"/>
              <a:t>Probability Distribution</a:t>
            </a: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4B894789-372B-B12D-0B03-ED631B122957}"/>
              </a:ext>
            </a:extLst>
          </p:cNvPr>
          <p:cNvSpPr txBox="1">
            <a:spLocks noChangeArrowheads="1"/>
          </p:cNvSpPr>
          <p:nvPr/>
        </p:nvSpPr>
        <p:spPr>
          <a:xfrm>
            <a:off x="1071120" y="2131689"/>
            <a:ext cx="9630908" cy="45522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>
            <a:lvl1pPr marL="267218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1pPr>
            <a:lvl2pPr marL="534436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2pPr>
            <a:lvl3pPr marL="801654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3pPr>
            <a:lvl4pPr marL="1068873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4pPr>
            <a:lvl5pPr marL="1336091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5pPr>
            <a:lvl6pPr marL="1603309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1870527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2137745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2404963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r>
              <a:rPr lang="en-US" altLang="en-US" sz="2800" dirty="0"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Cumulative probability distribution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en-US" sz="2400" dirty="0"/>
              <a:t>The </a:t>
            </a:r>
            <a:r>
              <a:rPr lang="en-US" altLang="en-US" sz="2400" dirty="0" err="1"/>
              <a:t>cdf</a:t>
            </a:r>
            <a:r>
              <a:rPr lang="en-US" altLang="en-US" sz="2400" dirty="0"/>
              <a:t> is a function which describes the probability that a random variable does not exceed a value</a:t>
            </a:r>
          </a:p>
        </p:txBody>
      </p:sp>
      <p:graphicFrame>
        <p:nvGraphicFramePr>
          <p:cNvPr id="2" name="Object 4">
            <a:extLst>
              <a:ext uri="{FF2B5EF4-FFF2-40B4-BE49-F238E27FC236}">
                <a16:creationId xmlns:a16="http://schemas.microsoft.com/office/drawing/2014/main" id="{3400D1D1-2016-9E6F-7649-D3657A55DF6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96225840"/>
              </p:ext>
            </p:extLst>
          </p:nvPr>
        </p:nvGraphicFramePr>
        <p:xfrm>
          <a:off x="2993490" y="4184779"/>
          <a:ext cx="4453678" cy="8700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04840" imgH="215640" progId="Equation.3">
                  <p:embed/>
                </p:oleObj>
              </mc:Choice>
              <mc:Fallback>
                <p:oleObj name="Equation" r:id="rId2" imgW="1104840" imgH="215640" progId="Equation.3">
                  <p:embed/>
                  <p:pic>
                    <p:nvPicPr>
                      <p:cNvPr id="2" name="Object 4">
                        <a:extLst>
                          <a:ext uri="{FF2B5EF4-FFF2-40B4-BE49-F238E27FC236}">
                            <a16:creationId xmlns:a16="http://schemas.microsoft.com/office/drawing/2014/main" id="{3400D1D1-2016-9E6F-7649-D3657A55DF6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93490" y="4184779"/>
                        <a:ext cx="4453678" cy="87007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013764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>
            <a:extLst>
              <a:ext uri="{FF2B5EF4-FFF2-40B4-BE49-F238E27FC236}">
                <a16:creationId xmlns:a16="http://schemas.microsoft.com/office/drawing/2014/main" id="{7529C2CA-AE84-99B4-F76B-CA930C6151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83776" y="914201"/>
            <a:ext cx="9404862" cy="790231"/>
          </a:xfrm>
        </p:spPr>
        <p:txBody>
          <a:bodyPr/>
          <a:lstStyle/>
          <a:p>
            <a:pPr algn="ctr"/>
            <a:r>
              <a:rPr lang="en-US" altLang="en-US" dirty="0"/>
              <a:t>Probability Distribution</a:t>
            </a: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4B894789-372B-B12D-0B03-ED631B122957}"/>
              </a:ext>
            </a:extLst>
          </p:cNvPr>
          <p:cNvSpPr txBox="1">
            <a:spLocks noChangeArrowheads="1"/>
          </p:cNvSpPr>
          <p:nvPr/>
        </p:nvSpPr>
        <p:spPr>
          <a:xfrm>
            <a:off x="1028591" y="2131689"/>
            <a:ext cx="9630908" cy="45522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>
            <a:lvl1pPr marL="267218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1pPr>
            <a:lvl2pPr marL="534436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2pPr>
            <a:lvl3pPr marL="801654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3pPr>
            <a:lvl4pPr marL="1068873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4pPr>
            <a:lvl5pPr marL="1336091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5pPr>
            <a:lvl6pPr marL="1603309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1870527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2137745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2404963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r>
              <a:rPr lang="en-US" altLang="en-US" sz="2800" dirty="0"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Cumulative probability distribution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en-US" sz="2400" dirty="0"/>
              <a:t>The relationship between the </a:t>
            </a:r>
            <a:r>
              <a:rPr lang="en-US" altLang="en-US" sz="2400" dirty="0" err="1"/>
              <a:t>cdf</a:t>
            </a:r>
            <a:r>
              <a:rPr lang="en-US" altLang="en-US" sz="2400" dirty="0"/>
              <a:t> and the probability function:</a:t>
            </a:r>
          </a:p>
        </p:txBody>
      </p:sp>
      <p:graphicFrame>
        <p:nvGraphicFramePr>
          <p:cNvPr id="3" name="Object 4">
            <a:extLst>
              <a:ext uri="{FF2B5EF4-FFF2-40B4-BE49-F238E27FC236}">
                <a16:creationId xmlns:a16="http://schemas.microsoft.com/office/drawing/2014/main" id="{12012ABA-5DEA-FEA1-6349-D9DD387CC66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41250" y="4369647"/>
          <a:ext cx="7256484" cy="12482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070000" imgH="355320" progId="Equation.3">
                  <p:embed/>
                </p:oleObj>
              </mc:Choice>
              <mc:Fallback>
                <p:oleObj name="Equation" r:id="rId2" imgW="2070000" imgH="355320" progId="Equation.3">
                  <p:embed/>
                  <p:pic>
                    <p:nvPicPr>
                      <p:cNvPr id="3" name="Object 4">
                        <a:extLst>
                          <a:ext uri="{FF2B5EF4-FFF2-40B4-BE49-F238E27FC236}">
                            <a16:creationId xmlns:a16="http://schemas.microsoft.com/office/drawing/2014/main" id="{12012ABA-5DEA-FEA1-6349-D9DD387CC66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41250" y="4369647"/>
                        <a:ext cx="7256484" cy="124822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564627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>
            <a:extLst>
              <a:ext uri="{FF2B5EF4-FFF2-40B4-BE49-F238E27FC236}">
                <a16:creationId xmlns:a16="http://schemas.microsoft.com/office/drawing/2014/main" id="{7529C2CA-AE84-99B4-F76B-CA930C6151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83776" y="914201"/>
            <a:ext cx="9404862" cy="790231"/>
          </a:xfrm>
        </p:spPr>
        <p:txBody>
          <a:bodyPr/>
          <a:lstStyle/>
          <a:p>
            <a:pPr algn="ctr"/>
            <a:r>
              <a:rPr lang="en-US" altLang="en-US" dirty="0"/>
              <a:t>Probability Distribution</a:t>
            </a: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4B894789-372B-B12D-0B03-ED631B122957}"/>
              </a:ext>
            </a:extLst>
          </p:cNvPr>
          <p:cNvSpPr txBox="1">
            <a:spLocks noChangeArrowheads="1"/>
          </p:cNvSpPr>
          <p:nvPr/>
        </p:nvSpPr>
        <p:spPr>
          <a:xfrm>
            <a:off x="1028591" y="2131689"/>
            <a:ext cx="9630908" cy="51622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>
            <a:lvl1pPr marL="267218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1pPr>
            <a:lvl2pPr marL="534436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2pPr>
            <a:lvl3pPr marL="801654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3pPr>
            <a:lvl4pPr marL="1068873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4pPr>
            <a:lvl5pPr marL="1336091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5pPr>
            <a:lvl6pPr marL="1603309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1870527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2137745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2404963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r>
              <a:rPr lang="en-US" altLang="en-US" sz="2800" dirty="0"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Cumulative probability distribution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en-US" sz="2400" dirty="0"/>
              <a:t>May be tabular (die-throwing):</a:t>
            </a:r>
          </a:p>
        </p:txBody>
      </p:sp>
      <p:graphicFrame>
        <p:nvGraphicFramePr>
          <p:cNvPr id="2" name="Object 5">
            <a:extLst>
              <a:ext uri="{FF2B5EF4-FFF2-40B4-BE49-F238E27FC236}">
                <a16:creationId xmlns:a16="http://schemas.microsoft.com/office/drawing/2014/main" id="{C0626E9F-6395-2D0E-9178-71FA1F7B506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43785531"/>
              </p:ext>
            </p:extLst>
          </p:nvPr>
        </p:nvGraphicFramePr>
        <p:xfrm>
          <a:off x="3741890" y="3496401"/>
          <a:ext cx="3497818" cy="36431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536480" imgH="1600200" progId="Equation.3">
                  <p:embed/>
                </p:oleObj>
              </mc:Choice>
              <mc:Fallback>
                <p:oleObj name="Equation" r:id="rId2" imgW="1536480" imgH="1600200" progId="Equation.3">
                  <p:embed/>
                  <p:pic>
                    <p:nvPicPr>
                      <p:cNvPr id="2" name="Object 5">
                        <a:extLst>
                          <a:ext uri="{FF2B5EF4-FFF2-40B4-BE49-F238E27FC236}">
                            <a16:creationId xmlns:a16="http://schemas.microsoft.com/office/drawing/2014/main" id="{C0626E9F-6395-2D0E-9178-71FA1F7B506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41890" y="3496401"/>
                        <a:ext cx="3497818" cy="364312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4506798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>
            <a:extLst>
              <a:ext uri="{FF2B5EF4-FFF2-40B4-BE49-F238E27FC236}">
                <a16:creationId xmlns:a16="http://schemas.microsoft.com/office/drawing/2014/main" id="{7529C2CA-AE84-99B4-F76B-CA930C6151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83776" y="914201"/>
            <a:ext cx="9404862" cy="790231"/>
          </a:xfrm>
        </p:spPr>
        <p:txBody>
          <a:bodyPr/>
          <a:lstStyle/>
          <a:p>
            <a:pPr algn="ctr"/>
            <a:r>
              <a:rPr lang="en-US" altLang="en-US" dirty="0"/>
              <a:t>Probability Distribution</a:t>
            </a: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4B894789-372B-B12D-0B03-ED631B122957}"/>
              </a:ext>
            </a:extLst>
          </p:cNvPr>
          <p:cNvSpPr txBox="1">
            <a:spLocks noChangeArrowheads="1"/>
          </p:cNvSpPr>
          <p:nvPr/>
        </p:nvSpPr>
        <p:spPr>
          <a:xfrm>
            <a:off x="1028591" y="2131689"/>
            <a:ext cx="9630908" cy="51622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>
            <a:lvl1pPr marL="267218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1pPr>
            <a:lvl2pPr marL="534436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2pPr>
            <a:lvl3pPr marL="801654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3pPr>
            <a:lvl4pPr marL="1068873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4pPr>
            <a:lvl5pPr marL="1336091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5pPr>
            <a:lvl6pPr marL="1603309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1870527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2137745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2404963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r>
              <a:rPr lang="en-US" altLang="en-US" sz="2800" dirty="0"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Cumulative probability distribution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en-US" sz="2400" dirty="0"/>
              <a:t>May be graphical (die-throwing):</a:t>
            </a:r>
          </a:p>
        </p:txBody>
      </p:sp>
      <p:sp>
        <p:nvSpPr>
          <p:cNvPr id="3" name="Line 4">
            <a:extLst>
              <a:ext uri="{FF2B5EF4-FFF2-40B4-BE49-F238E27FC236}">
                <a16:creationId xmlns:a16="http://schemas.microsoft.com/office/drawing/2014/main" id="{8C98743F-961D-D78E-27EB-D2FAA3A3AB97}"/>
              </a:ext>
            </a:extLst>
          </p:cNvPr>
          <p:cNvSpPr>
            <a:spLocks noChangeShapeType="1"/>
          </p:cNvSpPr>
          <p:nvPr/>
        </p:nvSpPr>
        <p:spPr bwMode="auto">
          <a:xfrm>
            <a:off x="2867960" y="3738893"/>
            <a:ext cx="0" cy="210079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D" sz="2316"/>
          </a:p>
        </p:txBody>
      </p:sp>
      <p:sp>
        <p:nvSpPr>
          <p:cNvPr id="4" name="Line 5">
            <a:extLst>
              <a:ext uri="{FF2B5EF4-FFF2-40B4-BE49-F238E27FC236}">
                <a16:creationId xmlns:a16="http://schemas.microsoft.com/office/drawing/2014/main" id="{4C13B0B5-BBD6-FCED-CE7B-F5E1DBDB7B99}"/>
              </a:ext>
            </a:extLst>
          </p:cNvPr>
          <p:cNvSpPr>
            <a:spLocks noChangeShapeType="1"/>
          </p:cNvSpPr>
          <p:nvPr/>
        </p:nvSpPr>
        <p:spPr bwMode="auto">
          <a:xfrm>
            <a:off x="2867960" y="5839685"/>
            <a:ext cx="5378027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D" sz="2316"/>
          </a:p>
        </p:txBody>
      </p:sp>
      <p:sp>
        <p:nvSpPr>
          <p:cNvPr id="5" name="Text Box 6">
            <a:extLst>
              <a:ext uri="{FF2B5EF4-FFF2-40B4-BE49-F238E27FC236}">
                <a16:creationId xmlns:a16="http://schemas.microsoft.com/office/drawing/2014/main" id="{528913AA-C61F-C4F9-3679-77D87280FD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8118" y="5839685"/>
            <a:ext cx="335348" cy="448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50000"/>
                  </a:schemeClr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316"/>
              <a:t>1</a:t>
            </a:r>
          </a:p>
        </p:txBody>
      </p:sp>
      <p:sp>
        <p:nvSpPr>
          <p:cNvPr id="6" name="Text Box 7">
            <a:extLst>
              <a:ext uri="{FF2B5EF4-FFF2-40B4-BE49-F238E27FC236}">
                <a16:creationId xmlns:a16="http://schemas.microsoft.com/office/drawing/2014/main" id="{AA5C3CB3-3561-D1A5-8872-6228A4BD46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28435" y="5839685"/>
            <a:ext cx="335348" cy="448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50000"/>
                  </a:schemeClr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316"/>
              <a:t>2</a:t>
            </a:r>
          </a:p>
        </p:txBody>
      </p:sp>
      <p:sp>
        <p:nvSpPr>
          <p:cNvPr id="8" name="Text Box 8">
            <a:extLst>
              <a:ext uri="{FF2B5EF4-FFF2-40B4-BE49-F238E27FC236}">
                <a16:creationId xmlns:a16="http://schemas.microsoft.com/office/drawing/2014/main" id="{9AB97F60-6822-5029-43A3-0049EE771F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68751" y="5839685"/>
            <a:ext cx="335348" cy="448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50000"/>
                  </a:schemeClr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316"/>
              <a:t>3</a:t>
            </a:r>
          </a:p>
        </p:txBody>
      </p:sp>
      <p:sp>
        <p:nvSpPr>
          <p:cNvPr id="9" name="Line 10">
            <a:extLst>
              <a:ext uri="{FF2B5EF4-FFF2-40B4-BE49-F238E27FC236}">
                <a16:creationId xmlns:a16="http://schemas.microsoft.com/office/drawing/2014/main" id="{8D847E43-71CC-0187-59C2-7035E8371C3D}"/>
              </a:ext>
            </a:extLst>
          </p:cNvPr>
          <p:cNvSpPr>
            <a:spLocks noChangeShapeType="1"/>
          </p:cNvSpPr>
          <p:nvPr/>
        </p:nvSpPr>
        <p:spPr bwMode="auto">
          <a:xfrm>
            <a:off x="2783928" y="5335495"/>
            <a:ext cx="16806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D" sz="2316"/>
          </a:p>
        </p:txBody>
      </p:sp>
      <p:sp>
        <p:nvSpPr>
          <p:cNvPr id="10" name="Line 11">
            <a:extLst>
              <a:ext uri="{FF2B5EF4-FFF2-40B4-BE49-F238E27FC236}">
                <a16:creationId xmlns:a16="http://schemas.microsoft.com/office/drawing/2014/main" id="{ACD54D99-3AFD-1DD7-458E-338FCEFE68A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783928" y="5083400"/>
            <a:ext cx="16806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D" sz="2316"/>
          </a:p>
        </p:txBody>
      </p:sp>
      <p:sp>
        <p:nvSpPr>
          <p:cNvPr id="11" name="Line 12">
            <a:extLst>
              <a:ext uri="{FF2B5EF4-FFF2-40B4-BE49-F238E27FC236}">
                <a16:creationId xmlns:a16="http://schemas.microsoft.com/office/drawing/2014/main" id="{EA880430-6200-9059-9A0B-7E4FE08224D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783928" y="5587590"/>
            <a:ext cx="16806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D" sz="2316"/>
          </a:p>
        </p:txBody>
      </p:sp>
      <p:sp>
        <p:nvSpPr>
          <p:cNvPr id="13" name="Text Box 16">
            <a:extLst>
              <a:ext uri="{FF2B5EF4-FFF2-40B4-BE49-F238E27FC236}">
                <a16:creationId xmlns:a16="http://schemas.microsoft.com/office/drawing/2014/main" id="{DD535FE1-9A73-29C5-B082-CDFEBC5D86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09068" y="5839685"/>
            <a:ext cx="335348" cy="448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50000"/>
                  </a:schemeClr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316"/>
              <a:t>4</a:t>
            </a:r>
          </a:p>
        </p:txBody>
      </p:sp>
      <p:sp>
        <p:nvSpPr>
          <p:cNvPr id="14" name="Text Box 17">
            <a:extLst>
              <a:ext uri="{FF2B5EF4-FFF2-40B4-BE49-F238E27FC236}">
                <a16:creationId xmlns:a16="http://schemas.microsoft.com/office/drawing/2014/main" id="{B1D46EED-F6D8-6F22-D280-4D2F6CBCF7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49385" y="5839685"/>
            <a:ext cx="335348" cy="448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50000"/>
                  </a:schemeClr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316"/>
              <a:t>5</a:t>
            </a:r>
          </a:p>
        </p:txBody>
      </p:sp>
      <p:sp>
        <p:nvSpPr>
          <p:cNvPr id="15" name="Text Box 18">
            <a:extLst>
              <a:ext uri="{FF2B5EF4-FFF2-40B4-BE49-F238E27FC236}">
                <a16:creationId xmlns:a16="http://schemas.microsoft.com/office/drawing/2014/main" id="{439E69AA-EE64-16CD-E617-EA8A62F559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89701" y="5839685"/>
            <a:ext cx="335348" cy="448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50000"/>
                  </a:schemeClr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316"/>
              <a:t>6</a:t>
            </a:r>
          </a:p>
        </p:txBody>
      </p:sp>
      <p:sp>
        <p:nvSpPr>
          <p:cNvPr id="16" name="Line 25">
            <a:extLst>
              <a:ext uri="{FF2B5EF4-FFF2-40B4-BE49-F238E27FC236}">
                <a16:creationId xmlns:a16="http://schemas.microsoft.com/office/drawing/2014/main" id="{D399F148-7775-557D-1E70-D17275E5049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783928" y="4831305"/>
            <a:ext cx="16806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D" sz="2316"/>
          </a:p>
        </p:txBody>
      </p:sp>
      <p:sp>
        <p:nvSpPr>
          <p:cNvPr id="17" name="Line 26">
            <a:extLst>
              <a:ext uri="{FF2B5EF4-FFF2-40B4-BE49-F238E27FC236}">
                <a16:creationId xmlns:a16="http://schemas.microsoft.com/office/drawing/2014/main" id="{395300C5-4C5E-A343-E6C1-3227E9A30B6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783928" y="4579210"/>
            <a:ext cx="16806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D" sz="2316"/>
          </a:p>
        </p:txBody>
      </p:sp>
      <p:sp>
        <p:nvSpPr>
          <p:cNvPr id="18" name="Line 27">
            <a:extLst>
              <a:ext uri="{FF2B5EF4-FFF2-40B4-BE49-F238E27FC236}">
                <a16:creationId xmlns:a16="http://schemas.microsoft.com/office/drawing/2014/main" id="{738E017D-A5B5-18F3-BBE5-24803331939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783928" y="4327115"/>
            <a:ext cx="16806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D" sz="2316"/>
          </a:p>
        </p:txBody>
      </p:sp>
      <p:sp>
        <p:nvSpPr>
          <p:cNvPr id="19" name="Line 29">
            <a:extLst>
              <a:ext uri="{FF2B5EF4-FFF2-40B4-BE49-F238E27FC236}">
                <a16:creationId xmlns:a16="http://schemas.microsoft.com/office/drawing/2014/main" id="{A4FF8D5D-8853-3A34-8FBD-867EEBD0E4E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456181" y="5587590"/>
            <a:ext cx="0" cy="25209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D" sz="2316"/>
          </a:p>
        </p:txBody>
      </p:sp>
      <p:sp>
        <p:nvSpPr>
          <p:cNvPr id="20" name="Line 30">
            <a:extLst>
              <a:ext uri="{FF2B5EF4-FFF2-40B4-BE49-F238E27FC236}">
                <a16:creationId xmlns:a16="http://schemas.microsoft.com/office/drawing/2014/main" id="{0D925C81-D9CB-71F9-C5E1-68645CC324F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456181" y="5587590"/>
            <a:ext cx="840317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D" sz="2316"/>
          </a:p>
        </p:txBody>
      </p:sp>
      <p:sp>
        <p:nvSpPr>
          <p:cNvPr id="21" name="Line 31">
            <a:extLst>
              <a:ext uri="{FF2B5EF4-FFF2-40B4-BE49-F238E27FC236}">
                <a16:creationId xmlns:a16="http://schemas.microsoft.com/office/drawing/2014/main" id="{6BF97397-1F49-2F25-CC20-D2D7BA1837B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296498" y="5335495"/>
            <a:ext cx="0" cy="25209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D" sz="2316"/>
          </a:p>
        </p:txBody>
      </p:sp>
      <p:sp>
        <p:nvSpPr>
          <p:cNvPr id="22" name="Line 32">
            <a:extLst>
              <a:ext uri="{FF2B5EF4-FFF2-40B4-BE49-F238E27FC236}">
                <a16:creationId xmlns:a16="http://schemas.microsoft.com/office/drawing/2014/main" id="{B36ADEE7-C8EB-8E40-E72A-9CEBE048C44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136815" y="5083400"/>
            <a:ext cx="0" cy="25209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D" sz="2316"/>
          </a:p>
        </p:txBody>
      </p:sp>
      <p:sp>
        <p:nvSpPr>
          <p:cNvPr id="23" name="Line 35">
            <a:extLst>
              <a:ext uri="{FF2B5EF4-FFF2-40B4-BE49-F238E27FC236}">
                <a16:creationId xmlns:a16="http://schemas.microsoft.com/office/drawing/2014/main" id="{DFED4F3D-94F6-0909-3EE5-81572F1A171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657765" y="4327115"/>
            <a:ext cx="0" cy="25209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D" sz="2316"/>
          </a:p>
        </p:txBody>
      </p:sp>
      <p:sp>
        <p:nvSpPr>
          <p:cNvPr id="24" name="Line 36">
            <a:extLst>
              <a:ext uri="{FF2B5EF4-FFF2-40B4-BE49-F238E27FC236}">
                <a16:creationId xmlns:a16="http://schemas.microsoft.com/office/drawing/2014/main" id="{2217283D-D0FC-B703-1870-6EE31232E11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817448" y="4579210"/>
            <a:ext cx="0" cy="25209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D" sz="2316"/>
          </a:p>
        </p:txBody>
      </p:sp>
      <p:sp>
        <p:nvSpPr>
          <p:cNvPr id="25" name="Line 37">
            <a:extLst>
              <a:ext uri="{FF2B5EF4-FFF2-40B4-BE49-F238E27FC236}">
                <a16:creationId xmlns:a16="http://schemas.microsoft.com/office/drawing/2014/main" id="{B6A0F38E-6D85-9DC0-4B2D-4578277C7AE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977131" y="4831305"/>
            <a:ext cx="0" cy="25209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D" sz="2316"/>
          </a:p>
        </p:txBody>
      </p:sp>
      <p:sp>
        <p:nvSpPr>
          <p:cNvPr id="26" name="Line 38">
            <a:extLst>
              <a:ext uri="{FF2B5EF4-FFF2-40B4-BE49-F238E27FC236}">
                <a16:creationId xmlns:a16="http://schemas.microsoft.com/office/drawing/2014/main" id="{E822800E-D8CE-3BE9-E5FE-C8D4E5C8593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136815" y="5083400"/>
            <a:ext cx="840317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D" sz="2316"/>
          </a:p>
        </p:txBody>
      </p:sp>
      <p:sp>
        <p:nvSpPr>
          <p:cNvPr id="27" name="Line 39">
            <a:extLst>
              <a:ext uri="{FF2B5EF4-FFF2-40B4-BE49-F238E27FC236}">
                <a16:creationId xmlns:a16="http://schemas.microsoft.com/office/drawing/2014/main" id="{3FD2A10E-E83C-86E5-43CF-795B47F9265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296498" y="5335495"/>
            <a:ext cx="840317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D" sz="2316"/>
          </a:p>
        </p:txBody>
      </p:sp>
      <p:sp>
        <p:nvSpPr>
          <p:cNvPr id="28" name="Line 40">
            <a:extLst>
              <a:ext uri="{FF2B5EF4-FFF2-40B4-BE49-F238E27FC236}">
                <a16:creationId xmlns:a16="http://schemas.microsoft.com/office/drawing/2014/main" id="{75DC1D4A-A497-B56B-9BA8-C0ECA389B72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977131" y="4831305"/>
            <a:ext cx="840317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D" sz="2316"/>
          </a:p>
        </p:txBody>
      </p:sp>
      <p:sp>
        <p:nvSpPr>
          <p:cNvPr id="29" name="Line 41">
            <a:extLst>
              <a:ext uri="{FF2B5EF4-FFF2-40B4-BE49-F238E27FC236}">
                <a16:creationId xmlns:a16="http://schemas.microsoft.com/office/drawing/2014/main" id="{5FC60555-1C89-EEE9-728C-47D6FAAD5B3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817448" y="4579210"/>
            <a:ext cx="840317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D" sz="2316"/>
          </a:p>
        </p:txBody>
      </p:sp>
      <p:sp>
        <p:nvSpPr>
          <p:cNvPr id="30" name="Line 42">
            <a:extLst>
              <a:ext uri="{FF2B5EF4-FFF2-40B4-BE49-F238E27FC236}">
                <a16:creationId xmlns:a16="http://schemas.microsoft.com/office/drawing/2014/main" id="{9DC9CDA6-262E-814C-5008-85642587D4F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657765" y="4327115"/>
            <a:ext cx="1428538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D" sz="2316"/>
          </a:p>
        </p:txBody>
      </p:sp>
      <p:sp>
        <p:nvSpPr>
          <p:cNvPr id="31" name="Line 43">
            <a:extLst>
              <a:ext uri="{FF2B5EF4-FFF2-40B4-BE49-F238E27FC236}">
                <a16:creationId xmlns:a16="http://schemas.microsoft.com/office/drawing/2014/main" id="{3C2B567C-473B-0BD4-D72B-F1147291F85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111675" y="5839685"/>
            <a:ext cx="1344507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D" sz="2316"/>
          </a:p>
        </p:txBody>
      </p:sp>
      <p:sp>
        <p:nvSpPr>
          <p:cNvPr id="32" name="Text Box 44">
            <a:extLst>
              <a:ext uri="{FF2B5EF4-FFF2-40B4-BE49-F238E27FC236}">
                <a16:creationId xmlns:a16="http://schemas.microsoft.com/office/drawing/2014/main" id="{47D2551F-6628-8526-070E-FB5C7F7BA8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0295" y="4036505"/>
            <a:ext cx="335348" cy="448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50000"/>
                  </a:schemeClr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316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14527077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>
            <a:extLst>
              <a:ext uri="{FF2B5EF4-FFF2-40B4-BE49-F238E27FC236}">
                <a16:creationId xmlns:a16="http://schemas.microsoft.com/office/drawing/2014/main" id="{7529C2CA-AE84-99B4-F76B-CA930C6151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83776" y="914201"/>
            <a:ext cx="9404862" cy="790231"/>
          </a:xfrm>
        </p:spPr>
        <p:txBody>
          <a:bodyPr/>
          <a:lstStyle/>
          <a:p>
            <a:pPr algn="ctr"/>
            <a:r>
              <a:rPr lang="en-US" altLang="en-US" dirty="0"/>
              <a:t>Probability Distribution</a:t>
            </a: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4B894789-372B-B12D-0B03-ED631B122957}"/>
              </a:ext>
            </a:extLst>
          </p:cNvPr>
          <p:cNvSpPr txBox="1">
            <a:spLocks noChangeArrowheads="1"/>
          </p:cNvSpPr>
          <p:nvPr/>
        </p:nvSpPr>
        <p:spPr>
          <a:xfrm>
            <a:off x="1028591" y="2131689"/>
            <a:ext cx="9630908" cy="51622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>
            <a:lvl1pPr marL="267218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1pPr>
            <a:lvl2pPr marL="534436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2pPr>
            <a:lvl3pPr marL="801654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3pPr>
            <a:lvl4pPr marL="1068873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4pPr>
            <a:lvl5pPr marL="1336091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5pPr>
            <a:lvl6pPr marL="1603309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1870527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2137745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2404963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r>
              <a:rPr lang="en-US" altLang="en-US" sz="2800" dirty="0"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The </a:t>
            </a:r>
            <a:r>
              <a:rPr lang="en-US" altLang="en-US" sz="2800" dirty="0" err="1"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cdf</a:t>
            </a:r>
            <a:r>
              <a:rPr lang="en-US" altLang="en-US" sz="2800" dirty="0"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, properties</a:t>
            </a:r>
          </a:p>
        </p:txBody>
      </p:sp>
      <p:graphicFrame>
        <p:nvGraphicFramePr>
          <p:cNvPr id="2" name="Object 4">
            <a:extLst>
              <a:ext uri="{FF2B5EF4-FFF2-40B4-BE49-F238E27FC236}">
                <a16:creationId xmlns:a16="http://schemas.microsoft.com/office/drawing/2014/main" id="{1E18A91D-A29F-A751-6521-94987C72C00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52896942"/>
              </p:ext>
            </p:extLst>
          </p:nvPr>
        </p:nvGraphicFramePr>
        <p:xfrm>
          <a:off x="2382977" y="3193203"/>
          <a:ext cx="4324130" cy="5969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562040" imgH="215640" progId="Equation.3">
                  <p:embed/>
                </p:oleObj>
              </mc:Choice>
              <mc:Fallback>
                <p:oleObj name="Equation" r:id="rId2" imgW="1562040" imgH="215640" progId="Equation.3">
                  <p:embed/>
                  <p:pic>
                    <p:nvPicPr>
                      <p:cNvPr id="2" name="Object 4">
                        <a:extLst>
                          <a:ext uri="{FF2B5EF4-FFF2-40B4-BE49-F238E27FC236}">
                            <a16:creationId xmlns:a16="http://schemas.microsoft.com/office/drawing/2014/main" id="{1E18A91D-A29F-A751-6521-94987C72C00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82977" y="3193203"/>
                        <a:ext cx="4324130" cy="59697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Object 5">
            <a:extLst>
              <a:ext uri="{FF2B5EF4-FFF2-40B4-BE49-F238E27FC236}">
                <a16:creationId xmlns:a16="http://schemas.microsoft.com/office/drawing/2014/main" id="{A55B366A-BE99-2131-6D8B-6AB5205FD69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88835796"/>
              </p:ext>
            </p:extLst>
          </p:nvPr>
        </p:nvGraphicFramePr>
        <p:xfrm>
          <a:off x="2382977" y="4285615"/>
          <a:ext cx="4565721" cy="5952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650960" imgH="215640" progId="Equation.3">
                  <p:embed/>
                </p:oleObj>
              </mc:Choice>
              <mc:Fallback>
                <p:oleObj name="Equation" r:id="rId4" imgW="1650960" imgH="215640" progId="Equation.3">
                  <p:embed/>
                  <p:pic>
                    <p:nvPicPr>
                      <p:cNvPr id="33" name="Object 5">
                        <a:extLst>
                          <a:ext uri="{FF2B5EF4-FFF2-40B4-BE49-F238E27FC236}">
                            <a16:creationId xmlns:a16="http://schemas.microsoft.com/office/drawing/2014/main" id="{A55B366A-BE99-2131-6D8B-6AB5205FD69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82977" y="4285615"/>
                        <a:ext cx="4565721" cy="59522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" name="Object 6">
            <a:extLst>
              <a:ext uri="{FF2B5EF4-FFF2-40B4-BE49-F238E27FC236}">
                <a16:creationId xmlns:a16="http://schemas.microsoft.com/office/drawing/2014/main" id="{CC797592-0C96-6CC0-10D9-11A7F9C7843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99169316"/>
              </p:ext>
            </p:extLst>
          </p:nvPr>
        </p:nvGraphicFramePr>
        <p:xfrm>
          <a:off x="2382977" y="5462058"/>
          <a:ext cx="6108052" cy="5952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209680" imgH="215640" progId="Equation.3">
                  <p:embed/>
                </p:oleObj>
              </mc:Choice>
              <mc:Fallback>
                <p:oleObj name="Equation" r:id="rId6" imgW="2209680" imgH="215640" progId="Equation.3">
                  <p:embed/>
                  <p:pic>
                    <p:nvPicPr>
                      <p:cNvPr id="34" name="Object 6">
                        <a:extLst>
                          <a:ext uri="{FF2B5EF4-FFF2-40B4-BE49-F238E27FC236}">
                            <a16:creationId xmlns:a16="http://schemas.microsoft.com/office/drawing/2014/main" id="{CC797592-0C96-6CC0-10D9-11A7F9C7843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82977" y="5462058"/>
                        <a:ext cx="6108052" cy="59522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93819049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7792F0D7-57FE-6E36-B6A9-29D4042C43B0}"/>
              </a:ext>
            </a:extLst>
          </p:cNvPr>
          <p:cNvSpPr txBox="1"/>
          <p:nvPr/>
        </p:nvSpPr>
        <p:spPr>
          <a:xfrm>
            <a:off x="2671547" y="3636078"/>
            <a:ext cx="5343093" cy="60138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ctr" defTabSz="400827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en-US" sz="3308" b="1" i="0" u="none" strike="noStrike" kern="0" cap="none" spc="-75" normalizeH="0" baseline="0" noProof="0" dirty="0">
                <a:ln>
                  <a:noFill/>
                </a:ln>
                <a:solidFill>
                  <a:srgbClr val="0079B8"/>
                </a:solidFill>
                <a:effectLst/>
                <a:uLnTx/>
                <a:uFillTx/>
                <a:latin typeface="Open Sans"/>
                <a:ea typeface="Open Sans ExtraBold" panose="020B0606030504020204" pitchFamily="34" charset="0"/>
                <a:cs typeface="Open Sans ExtraBold" panose="020B0606030504020204" pitchFamily="34" charset="0"/>
                <a:sym typeface="Helvetica Neue"/>
              </a:rPr>
              <a:t>Expectation Value</a:t>
            </a:r>
            <a:endParaRPr lang="en-ID" sz="3857" b="1" dirty="0">
              <a:solidFill>
                <a:srgbClr val="00B0F0"/>
              </a:solidFill>
              <a:latin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2862362152"/>
      </p:ext>
    </p:extLst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>
            <a:extLst>
              <a:ext uri="{FF2B5EF4-FFF2-40B4-BE49-F238E27FC236}">
                <a16:creationId xmlns:a16="http://schemas.microsoft.com/office/drawing/2014/main" id="{7529C2CA-AE84-99B4-F76B-CA930C6151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017423" y="968653"/>
            <a:ext cx="8328057" cy="581817"/>
          </a:xfrm>
        </p:spPr>
        <p:txBody>
          <a:bodyPr/>
          <a:lstStyle/>
          <a:p>
            <a:pPr algn="ctr"/>
            <a:r>
              <a:rPr lang="en-US" altLang="en-US" dirty="0"/>
              <a:t>Expectation Value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CA1BA1DA-8F9A-AFB6-2E04-B4C02CFAB415}"/>
              </a:ext>
            </a:extLst>
          </p:cNvPr>
          <p:cNvSpPr txBox="1">
            <a:spLocks noChangeArrowheads="1"/>
          </p:cNvSpPr>
          <p:nvPr/>
        </p:nvSpPr>
        <p:spPr>
          <a:xfrm>
            <a:off x="1057730" y="1842848"/>
            <a:ext cx="9630908" cy="45522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>
            <a:lvl1pPr marL="267218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1pPr>
            <a:lvl2pPr marL="534436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2pPr>
            <a:lvl3pPr marL="801654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3pPr>
            <a:lvl4pPr marL="1068873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4pPr>
            <a:lvl5pPr marL="1336091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5pPr>
            <a:lvl6pPr marL="1603309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1870527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2137745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2404963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fontAlgn="auto"/>
            <a:r>
              <a:rPr lang="en-US" altLang="en-US" sz="2800" kern="0" dirty="0"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The expectation of a random variable is just its “average” or “expected” level</a:t>
            </a:r>
          </a:p>
          <a:p>
            <a:pPr lvl="1" fontAlgn="auto">
              <a:buFont typeface="Wingdings" panose="05000000000000000000" pitchFamily="2" charset="2"/>
              <a:buChar char="ü"/>
            </a:pPr>
            <a:r>
              <a:rPr lang="en-US" altLang="en-US" sz="2800" kern="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This is a measure of central tendency, but for random variables instead of datasets</a:t>
            </a:r>
          </a:p>
          <a:p>
            <a:pPr lvl="1" fontAlgn="auto">
              <a:buFont typeface="Wingdings" panose="05000000000000000000" pitchFamily="2" charset="2"/>
              <a:buChar char="ü"/>
            </a:pPr>
            <a:r>
              <a:rPr lang="en-US" altLang="en-US" sz="2800" kern="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It is calculated in the natural way:  Each value a random variable may take is weighted by the probability of it taking that value</a:t>
            </a:r>
          </a:p>
        </p:txBody>
      </p:sp>
    </p:spTree>
    <p:extLst>
      <p:ext uri="{BB962C8B-B14F-4D97-AF65-F5344CB8AC3E}">
        <p14:creationId xmlns:p14="http://schemas.microsoft.com/office/powerpoint/2010/main" val="148384277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>
            <a:extLst>
              <a:ext uri="{FF2B5EF4-FFF2-40B4-BE49-F238E27FC236}">
                <a16:creationId xmlns:a16="http://schemas.microsoft.com/office/drawing/2014/main" id="{7529C2CA-AE84-99B4-F76B-CA930C6151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017423" y="968653"/>
            <a:ext cx="8328057" cy="581817"/>
          </a:xfrm>
        </p:spPr>
        <p:txBody>
          <a:bodyPr/>
          <a:lstStyle/>
          <a:p>
            <a:pPr algn="ctr"/>
            <a:r>
              <a:rPr lang="en-US" altLang="en-US" dirty="0"/>
              <a:t>Expectation Value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CA1BA1DA-8F9A-AFB6-2E04-B4C02CFAB415}"/>
              </a:ext>
            </a:extLst>
          </p:cNvPr>
          <p:cNvSpPr txBox="1">
            <a:spLocks noChangeArrowheads="1"/>
          </p:cNvSpPr>
          <p:nvPr/>
        </p:nvSpPr>
        <p:spPr>
          <a:xfrm>
            <a:off x="1057730" y="1842848"/>
            <a:ext cx="9372810" cy="45522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>
            <a:lvl1pPr marL="267218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1pPr>
            <a:lvl2pPr marL="534436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2pPr>
            <a:lvl3pPr marL="801654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3pPr>
            <a:lvl4pPr marL="1068873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4pPr>
            <a:lvl5pPr marL="1336091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5pPr>
            <a:lvl6pPr marL="1603309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1870527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2137745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2404963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r>
              <a:rPr lang="en-US" altLang="en-US" sz="2800" dirty="0"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Each value a random variable may take is weighted by the probability of it taking that value</a:t>
            </a:r>
          </a:p>
        </p:txBody>
      </p:sp>
      <p:graphicFrame>
        <p:nvGraphicFramePr>
          <p:cNvPr id="2" name="Object 5">
            <a:extLst>
              <a:ext uri="{FF2B5EF4-FFF2-40B4-BE49-F238E27FC236}">
                <a16:creationId xmlns:a16="http://schemas.microsoft.com/office/drawing/2014/main" id="{BF11BA9E-72CA-9FDA-496B-0646FC5554E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31203459"/>
              </p:ext>
            </p:extLst>
          </p:nvPr>
        </p:nvGraphicFramePr>
        <p:xfrm>
          <a:off x="2849778" y="3575291"/>
          <a:ext cx="5378027" cy="13830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333440" imgH="342720" progId="Equation.3">
                  <p:embed/>
                </p:oleObj>
              </mc:Choice>
              <mc:Fallback>
                <p:oleObj name="Equation" r:id="rId2" imgW="1333440" imgH="342720" progId="Equation.3">
                  <p:embed/>
                  <p:pic>
                    <p:nvPicPr>
                      <p:cNvPr id="2" name="Object 5">
                        <a:extLst>
                          <a:ext uri="{FF2B5EF4-FFF2-40B4-BE49-F238E27FC236}">
                            <a16:creationId xmlns:a16="http://schemas.microsoft.com/office/drawing/2014/main" id="{BF11BA9E-72CA-9FDA-496B-0646FC5554E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9778" y="3575291"/>
                        <a:ext cx="5378027" cy="138302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94826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>
            <a:extLst>
              <a:ext uri="{FF2B5EF4-FFF2-40B4-BE49-F238E27FC236}">
                <a16:creationId xmlns:a16="http://schemas.microsoft.com/office/drawing/2014/main" id="{7529C2CA-AE84-99B4-F76B-CA930C6151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017423" y="968653"/>
            <a:ext cx="8328057" cy="581817"/>
          </a:xfrm>
        </p:spPr>
        <p:txBody>
          <a:bodyPr/>
          <a:lstStyle/>
          <a:p>
            <a:pPr algn="ctr"/>
            <a:r>
              <a:rPr lang="en-US" altLang="en-US" dirty="0"/>
              <a:t>Expectation Value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CA1BA1DA-8F9A-AFB6-2E04-B4C02CFAB415}"/>
              </a:ext>
            </a:extLst>
          </p:cNvPr>
          <p:cNvSpPr txBox="1">
            <a:spLocks noChangeArrowheads="1"/>
          </p:cNvSpPr>
          <p:nvPr/>
        </p:nvSpPr>
        <p:spPr>
          <a:xfrm>
            <a:off x="1057730" y="1842848"/>
            <a:ext cx="9372810" cy="45522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>
            <a:lvl1pPr marL="267218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1pPr>
            <a:lvl2pPr marL="534436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2pPr>
            <a:lvl3pPr marL="801654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3pPr>
            <a:lvl4pPr marL="1068873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4pPr>
            <a:lvl5pPr marL="1336091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5pPr>
            <a:lvl6pPr marL="1603309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1870527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2137745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2404963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r>
              <a:rPr lang="en-US" altLang="en-US" sz="2800" dirty="0"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Example, die throw</a:t>
            </a:r>
          </a:p>
        </p:txBody>
      </p:sp>
      <p:graphicFrame>
        <p:nvGraphicFramePr>
          <p:cNvPr id="4" name="Object 4">
            <a:extLst>
              <a:ext uri="{FF2B5EF4-FFF2-40B4-BE49-F238E27FC236}">
                <a16:creationId xmlns:a16="http://schemas.microsoft.com/office/drawing/2014/main" id="{CE1ADA59-F158-1E74-51FB-D91CDECC267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44374616"/>
              </p:ext>
            </p:extLst>
          </p:nvPr>
        </p:nvGraphicFramePr>
        <p:xfrm>
          <a:off x="1478862" y="3053949"/>
          <a:ext cx="8242106" cy="30724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933640" imgH="1091880" progId="Equation.3">
                  <p:embed/>
                </p:oleObj>
              </mc:Choice>
              <mc:Fallback>
                <p:oleObj name="Equation" r:id="rId2" imgW="2933640" imgH="1091880" progId="Equation.3">
                  <p:embed/>
                  <p:pic>
                    <p:nvPicPr>
                      <p:cNvPr id="4" name="Object 4">
                        <a:extLst>
                          <a:ext uri="{FF2B5EF4-FFF2-40B4-BE49-F238E27FC236}">
                            <a16:creationId xmlns:a16="http://schemas.microsoft.com/office/drawing/2014/main" id="{CE1ADA59-F158-1E74-51FB-D91CDECC267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8862" y="3053949"/>
                        <a:ext cx="8242106" cy="307240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6235280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>
            <a:extLst>
              <a:ext uri="{FF2B5EF4-FFF2-40B4-BE49-F238E27FC236}">
                <a16:creationId xmlns:a16="http://schemas.microsoft.com/office/drawing/2014/main" id="{7529C2CA-AE84-99B4-F76B-CA930C6151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017423" y="968653"/>
            <a:ext cx="8328057" cy="581817"/>
          </a:xfrm>
        </p:spPr>
        <p:txBody>
          <a:bodyPr/>
          <a:lstStyle/>
          <a:p>
            <a:pPr algn="ctr"/>
            <a:r>
              <a:rPr lang="en-US" altLang="en-US" dirty="0"/>
              <a:t>Expectation Value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CA1BA1DA-8F9A-AFB6-2E04-B4C02CFAB415}"/>
              </a:ext>
            </a:extLst>
          </p:cNvPr>
          <p:cNvSpPr txBox="1">
            <a:spLocks noChangeArrowheads="1"/>
          </p:cNvSpPr>
          <p:nvPr/>
        </p:nvSpPr>
        <p:spPr>
          <a:xfrm>
            <a:off x="1057730" y="1842848"/>
            <a:ext cx="9372810" cy="45522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>
            <a:lvl1pPr marL="267218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1pPr>
            <a:lvl2pPr marL="534436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2pPr>
            <a:lvl3pPr marL="801654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3pPr>
            <a:lvl4pPr marL="1068873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4pPr>
            <a:lvl5pPr marL="1336091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5pPr>
            <a:lvl6pPr marL="1603309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1870527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2137745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2404963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r>
              <a:rPr lang="en-US" altLang="en-US" sz="2800" dirty="0"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Another example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A7E77EC-83E9-F6C7-4332-98FB0DCD8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8693822"/>
              </p:ext>
            </p:extLst>
          </p:nvPr>
        </p:nvGraphicFramePr>
        <p:xfrm>
          <a:off x="1821085" y="2581839"/>
          <a:ext cx="7125760" cy="9144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781440">
                  <a:extLst>
                    <a:ext uri="{9D8B030D-6E8A-4147-A177-3AD203B41FA5}">
                      <a16:colId xmlns:a16="http://schemas.microsoft.com/office/drawing/2014/main" val="1156081221"/>
                    </a:ext>
                  </a:extLst>
                </a:gridCol>
                <a:gridCol w="1781440">
                  <a:extLst>
                    <a:ext uri="{9D8B030D-6E8A-4147-A177-3AD203B41FA5}">
                      <a16:colId xmlns:a16="http://schemas.microsoft.com/office/drawing/2014/main" val="3818938105"/>
                    </a:ext>
                  </a:extLst>
                </a:gridCol>
                <a:gridCol w="1781440">
                  <a:extLst>
                    <a:ext uri="{9D8B030D-6E8A-4147-A177-3AD203B41FA5}">
                      <a16:colId xmlns:a16="http://schemas.microsoft.com/office/drawing/2014/main" val="2670520026"/>
                    </a:ext>
                  </a:extLst>
                </a:gridCol>
                <a:gridCol w="1781440">
                  <a:extLst>
                    <a:ext uri="{9D8B030D-6E8A-4147-A177-3AD203B41FA5}">
                      <a16:colId xmlns:a16="http://schemas.microsoft.com/office/drawing/2014/main" val="244733023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  <a:latin typeface="Open Sans Semibold" panose="020B0706030804020204" pitchFamily="34" charset="0"/>
                          <a:ea typeface="Open Sans Semibold" panose="020B0706030804020204" pitchFamily="34" charset="0"/>
                          <a:cs typeface="Open Sans Semibold" panose="020B0706030804020204" pitchFamily="34" charset="0"/>
                        </a:rPr>
                        <a:t>x</a:t>
                      </a:r>
                      <a:endParaRPr lang="en-ID" sz="2400" dirty="0">
                        <a:latin typeface="Open Sans Semibold" panose="020B0706030804020204" pitchFamily="34" charset="0"/>
                        <a:ea typeface="Open Sans Semibold" panose="020B0706030804020204" pitchFamily="34" charset="0"/>
                        <a:cs typeface="Open Sans Semibold" panose="020B0706030804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  <a:latin typeface="Open Sans Semibold" panose="020B0706030804020204" pitchFamily="34" charset="0"/>
                          <a:ea typeface="Open Sans Semibold" panose="020B0706030804020204" pitchFamily="34" charset="0"/>
                          <a:cs typeface="Open Sans Semibold" panose="020B0706030804020204" pitchFamily="34" charset="0"/>
                        </a:rPr>
                        <a:t>1</a:t>
                      </a:r>
                      <a:endParaRPr lang="en-ID" sz="2400" dirty="0">
                        <a:solidFill>
                          <a:schemeClr val="tx1"/>
                        </a:solidFill>
                        <a:latin typeface="Open Sans Semibold" panose="020B0706030804020204" pitchFamily="34" charset="0"/>
                        <a:ea typeface="Open Sans Semibold" panose="020B0706030804020204" pitchFamily="34" charset="0"/>
                        <a:cs typeface="Open Sans Semibold" panose="020B0706030804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  <a:latin typeface="Open Sans Semibold" panose="020B0706030804020204" pitchFamily="34" charset="0"/>
                          <a:ea typeface="Open Sans Semibold" panose="020B0706030804020204" pitchFamily="34" charset="0"/>
                          <a:cs typeface="Open Sans Semibold" panose="020B0706030804020204" pitchFamily="34" charset="0"/>
                        </a:rPr>
                        <a:t>2</a:t>
                      </a:r>
                      <a:endParaRPr lang="en-ID" sz="2400" dirty="0">
                        <a:solidFill>
                          <a:schemeClr val="tx1"/>
                        </a:solidFill>
                        <a:latin typeface="Open Sans Semibold" panose="020B0706030804020204" pitchFamily="34" charset="0"/>
                        <a:ea typeface="Open Sans Semibold" panose="020B0706030804020204" pitchFamily="34" charset="0"/>
                        <a:cs typeface="Open Sans Semibold" panose="020B0706030804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  <a:latin typeface="Open Sans Semibold" panose="020B0706030804020204" pitchFamily="34" charset="0"/>
                          <a:ea typeface="Open Sans Semibold" panose="020B0706030804020204" pitchFamily="34" charset="0"/>
                          <a:cs typeface="Open Sans Semibold" panose="020B0706030804020204" pitchFamily="34" charset="0"/>
                        </a:rPr>
                        <a:t>3</a:t>
                      </a:r>
                      <a:endParaRPr lang="en-ID" sz="2400" dirty="0">
                        <a:solidFill>
                          <a:schemeClr val="tx1"/>
                        </a:solidFill>
                        <a:latin typeface="Open Sans Semibold" panose="020B0706030804020204" pitchFamily="34" charset="0"/>
                        <a:ea typeface="Open Sans Semibold" panose="020B0706030804020204" pitchFamily="34" charset="0"/>
                        <a:cs typeface="Open Sans Semibold" panose="020B0706030804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85665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Open Sans Semibold" panose="020B0706030804020204" pitchFamily="34" charset="0"/>
                          <a:ea typeface="Open Sans Semibold" panose="020B0706030804020204" pitchFamily="34" charset="0"/>
                          <a:cs typeface="Open Sans Semibold" panose="020B0706030804020204" pitchFamily="34" charset="0"/>
                        </a:rPr>
                        <a:t>P(X=x)</a:t>
                      </a:r>
                      <a:endParaRPr lang="en-ID" sz="2400" dirty="0">
                        <a:latin typeface="Open Sans Semibold" panose="020B0706030804020204" pitchFamily="34" charset="0"/>
                        <a:ea typeface="Open Sans Semibold" panose="020B0706030804020204" pitchFamily="34" charset="0"/>
                        <a:cs typeface="Open Sans Semibold" panose="020B0706030804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  <a:latin typeface="Open Sans Semibold" panose="020B0706030804020204" pitchFamily="34" charset="0"/>
                          <a:ea typeface="Open Sans Semibold" panose="020B0706030804020204" pitchFamily="34" charset="0"/>
                          <a:cs typeface="Open Sans Semibold" panose="020B0706030804020204" pitchFamily="34" charset="0"/>
                        </a:rPr>
                        <a:t>1/2</a:t>
                      </a:r>
                      <a:endParaRPr lang="en-ID" sz="2400" dirty="0">
                        <a:solidFill>
                          <a:schemeClr val="tx1"/>
                        </a:solidFill>
                        <a:latin typeface="Open Sans Semibold" panose="020B0706030804020204" pitchFamily="34" charset="0"/>
                        <a:ea typeface="Open Sans Semibold" panose="020B0706030804020204" pitchFamily="34" charset="0"/>
                        <a:cs typeface="Open Sans Semibold" panose="020B0706030804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  <a:latin typeface="Open Sans Semibold" panose="020B0706030804020204" pitchFamily="34" charset="0"/>
                          <a:ea typeface="Open Sans Semibold" panose="020B0706030804020204" pitchFamily="34" charset="0"/>
                          <a:cs typeface="Open Sans Semibold" panose="020B0706030804020204" pitchFamily="34" charset="0"/>
                        </a:rPr>
                        <a:t>1/3</a:t>
                      </a:r>
                      <a:endParaRPr lang="en-ID" sz="2400" dirty="0">
                        <a:solidFill>
                          <a:schemeClr val="tx1"/>
                        </a:solidFill>
                        <a:latin typeface="Open Sans Semibold" panose="020B0706030804020204" pitchFamily="34" charset="0"/>
                        <a:ea typeface="Open Sans Semibold" panose="020B0706030804020204" pitchFamily="34" charset="0"/>
                        <a:cs typeface="Open Sans Semibold" panose="020B0706030804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  <a:latin typeface="Open Sans Semibold" panose="020B0706030804020204" pitchFamily="34" charset="0"/>
                          <a:ea typeface="Open Sans Semibold" panose="020B0706030804020204" pitchFamily="34" charset="0"/>
                          <a:cs typeface="Open Sans Semibold" panose="020B0706030804020204" pitchFamily="34" charset="0"/>
                        </a:rPr>
                        <a:t>1/6</a:t>
                      </a:r>
                      <a:endParaRPr lang="en-ID" sz="2400" dirty="0">
                        <a:solidFill>
                          <a:schemeClr val="tx1"/>
                        </a:solidFill>
                        <a:latin typeface="Open Sans Semibold" panose="020B0706030804020204" pitchFamily="34" charset="0"/>
                        <a:ea typeface="Open Sans Semibold" panose="020B0706030804020204" pitchFamily="34" charset="0"/>
                        <a:cs typeface="Open Sans Semibold" panose="020B0706030804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3784915"/>
                  </a:ext>
                </a:extLst>
              </a:tr>
            </a:tbl>
          </a:graphicData>
        </a:graphic>
      </p:graphicFrame>
      <p:graphicFrame>
        <p:nvGraphicFramePr>
          <p:cNvPr id="5" name="Object 6">
            <a:extLst>
              <a:ext uri="{FF2B5EF4-FFF2-40B4-BE49-F238E27FC236}">
                <a16:creationId xmlns:a16="http://schemas.microsoft.com/office/drawing/2014/main" id="{CF73CBA2-23F6-9D38-11A0-3939D0AB965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99021" y="4117552"/>
          <a:ext cx="7351021" cy="24299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616120" imgH="863280" progId="Equation.3">
                  <p:embed/>
                </p:oleObj>
              </mc:Choice>
              <mc:Fallback>
                <p:oleObj name="Equation" r:id="rId2" imgW="2616120" imgH="863280" progId="Equation.3">
                  <p:embed/>
                  <p:pic>
                    <p:nvPicPr>
                      <p:cNvPr id="5" name="Object 6">
                        <a:extLst>
                          <a:ext uri="{FF2B5EF4-FFF2-40B4-BE49-F238E27FC236}">
                            <a16:creationId xmlns:a16="http://schemas.microsoft.com/office/drawing/2014/main" id="{CF73CBA2-23F6-9D38-11A0-3939D0AB965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99021" y="4117552"/>
                        <a:ext cx="7351021" cy="242991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81192715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>
            <a:extLst>
              <a:ext uri="{FF2B5EF4-FFF2-40B4-BE49-F238E27FC236}">
                <a16:creationId xmlns:a16="http://schemas.microsoft.com/office/drawing/2014/main" id="{7529C2CA-AE84-99B4-F76B-CA930C6151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017423" y="968653"/>
            <a:ext cx="8328057" cy="581817"/>
          </a:xfrm>
        </p:spPr>
        <p:txBody>
          <a:bodyPr>
            <a:normAutofit/>
          </a:bodyPr>
          <a:lstStyle/>
          <a:p>
            <a:pPr algn="ctr"/>
            <a:r>
              <a:rPr lang="en-US" altLang="en-US" sz="3600" dirty="0"/>
              <a:t>Variance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7255C13-9284-0086-8D72-754865EF756B}"/>
              </a:ext>
            </a:extLst>
          </p:cNvPr>
          <p:cNvSpPr txBox="1">
            <a:spLocks noChangeArrowheads="1"/>
          </p:cNvSpPr>
          <p:nvPr/>
        </p:nvSpPr>
        <p:spPr>
          <a:xfrm>
            <a:off x="1057730" y="2041924"/>
            <a:ext cx="9287750" cy="45522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>
            <a:lvl1pPr marL="267218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1pPr>
            <a:lvl2pPr marL="534436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2pPr>
            <a:lvl3pPr marL="801654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3pPr>
            <a:lvl4pPr marL="1068873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4pPr>
            <a:lvl5pPr marL="1336091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5pPr>
            <a:lvl6pPr marL="1603309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1870527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2137745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2404963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fontAlgn="auto">
              <a:lnSpc>
                <a:spcPct val="80000"/>
              </a:lnSpc>
            </a:pPr>
            <a:r>
              <a:rPr lang="en-US" altLang="en-US" sz="2800" kern="0" dirty="0"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The variance of a random variable is its  expected squared deviation from its mean.</a:t>
            </a:r>
          </a:p>
          <a:p>
            <a:pPr lvl="1" fontAlgn="auto">
              <a:buFont typeface="Wingdings" panose="05000000000000000000" pitchFamily="2" charset="2"/>
              <a:buChar char="ü"/>
            </a:pPr>
            <a:r>
              <a:rPr lang="en-US" altLang="en-US" sz="2800" kern="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 measure of dispersion for random variables</a:t>
            </a:r>
          </a:p>
          <a:p>
            <a:pPr lvl="1" fontAlgn="auto">
              <a:buFont typeface="Wingdings" panose="05000000000000000000" pitchFamily="2" charset="2"/>
              <a:buChar char="ü"/>
            </a:pPr>
            <a:r>
              <a:rPr lang="en-US" altLang="en-US" sz="2800" kern="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Similar to the measure of dispersion of the same name for datasets</a:t>
            </a:r>
          </a:p>
          <a:p>
            <a:pPr lvl="1" fontAlgn="auto">
              <a:buFont typeface="Wingdings" panose="05000000000000000000" pitchFamily="2" charset="2"/>
              <a:buChar char="ü"/>
            </a:pPr>
            <a:r>
              <a:rPr lang="en-US" altLang="en-US" sz="2800" kern="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Is calculated in the natural way: Each value a random variable could take is subtracted from its expectation, squared, and weighted by its probability of occurrence</a:t>
            </a:r>
          </a:p>
        </p:txBody>
      </p:sp>
    </p:spTree>
    <p:extLst>
      <p:ext uri="{BB962C8B-B14F-4D97-AF65-F5344CB8AC3E}">
        <p14:creationId xmlns:p14="http://schemas.microsoft.com/office/powerpoint/2010/main" val="262558399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>
            <a:extLst>
              <a:ext uri="{FF2B5EF4-FFF2-40B4-BE49-F238E27FC236}">
                <a16:creationId xmlns:a16="http://schemas.microsoft.com/office/drawing/2014/main" id="{7529C2CA-AE84-99B4-F76B-CA930C6151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017423" y="968653"/>
            <a:ext cx="8328057" cy="581817"/>
          </a:xfrm>
        </p:spPr>
        <p:txBody>
          <a:bodyPr>
            <a:normAutofit/>
          </a:bodyPr>
          <a:lstStyle/>
          <a:p>
            <a:pPr algn="ctr"/>
            <a:r>
              <a:rPr lang="en-US" altLang="en-US" sz="3600" dirty="0"/>
              <a:t>Variance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7255C13-9284-0086-8D72-754865EF756B}"/>
              </a:ext>
            </a:extLst>
          </p:cNvPr>
          <p:cNvSpPr txBox="1">
            <a:spLocks noChangeArrowheads="1"/>
          </p:cNvSpPr>
          <p:nvPr/>
        </p:nvSpPr>
        <p:spPr>
          <a:xfrm>
            <a:off x="1015198" y="2041924"/>
            <a:ext cx="9630908" cy="13059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>
            <a:lvl1pPr marL="267218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1pPr>
            <a:lvl2pPr marL="534436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2pPr>
            <a:lvl3pPr marL="801654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3pPr>
            <a:lvl4pPr marL="1068873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4pPr>
            <a:lvl5pPr marL="1336091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5pPr>
            <a:lvl6pPr marL="1603309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1870527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2137745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2404963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fontAlgn="auto">
              <a:lnSpc>
                <a:spcPct val="80000"/>
              </a:lnSpc>
            </a:pPr>
            <a:r>
              <a:rPr lang="en-US" altLang="en-US" sz="2800" dirty="0"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Each value a random variable could take is subtracted from its expectation, squared, and weighted by its probability of occurrence</a:t>
            </a:r>
            <a:endParaRPr lang="en-US" altLang="en-US" sz="2800" kern="0" dirty="0">
              <a:latin typeface="Open Sans Semibold" panose="020B0706030804020204" pitchFamily="34" charset="0"/>
              <a:ea typeface="Open Sans Semibold" panose="020B0706030804020204" pitchFamily="34" charset="0"/>
              <a:cs typeface="Open Sans Semibold" panose="020B0706030804020204" pitchFamily="34" charset="0"/>
            </a:endParaRPr>
          </a:p>
        </p:txBody>
      </p:sp>
      <p:graphicFrame>
        <p:nvGraphicFramePr>
          <p:cNvPr id="2" name="Object 4">
            <a:extLst>
              <a:ext uri="{FF2B5EF4-FFF2-40B4-BE49-F238E27FC236}">
                <a16:creationId xmlns:a16="http://schemas.microsoft.com/office/drawing/2014/main" id="{0B0935D5-36F6-5BE4-B2BF-24840D1B47A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05334214"/>
              </p:ext>
            </p:extLst>
          </p:nvPr>
        </p:nvGraphicFramePr>
        <p:xfrm>
          <a:off x="1932363" y="3643546"/>
          <a:ext cx="7226723" cy="13059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968480" imgH="355320" progId="Equation.3">
                  <p:embed/>
                </p:oleObj>
              </mc:Choice>
              <mc:Fallback>
                <p:oleObj name="Equation" r:id="rId2" imgW="1968480" imgH="355320" progId="Equation.3">
                  <p:embed/>
                  <p:pic>
                    <p:nvPicPr>
                      <p:cNvPr id="2" name="Object 4">
                        <a:extLst>
                          <a:ext uri="{FF2B5EF4-FFF2-40B4-BE49-F238E27FC236}">
                            <a16:creationId xmlns:a16="http://schemas.microsoft.com/office/drawing/2014/main" id="{0B0935D5-36F6-5BE4-B2BF-24840D1B47A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32363" y="3643546"/>
                        <a:ext cx="7226723" cy="130599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3">
                <a:extLst>
                  <a:ext uri="{FF2B5EF4-FFF2-40B4-BE49-F238E27FC236}">
                    <a16:creationId xmlns:a16="http://schemas.microsoft.com/office/drawing/2014/main" id="{7D0CCA6D-2362-4E1F-9E9B-68546DF48A4F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1050635" y="4746144"/>
                <a:ext cx="9630908" cy="1305993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50800" tIns="50800" rIns="50800" bIns="50800">
                <a:normAutofit/>
              </a:bodyPr>
              <a:lstStyle>
                <a:lvl1pPr marL="267218" marR="0" indent="-267218" algn="l" defTabSz="1068845" rtl="0" eaLnBrk="1" latinLnBrk="0" hangingPunct="1">
                  <a:lnSpc>
                    <a:spcPct val="90000"/>
                  </a:lnSpc>
                  <a:spcBef>
                    <a:spcPts val="1973"/>
                  </a:spcBef>
                  <a:spcAft>
                    <a:spcPts val="0"/>
                  </a:spcAft>
                  <a:buClrTx/>
                  <a:buSzPct val="123000"/>
                  <a:buFontTx/>
                  <a:buChar char="•"/>
                  <a:tabLst/>
                  <a:defRPr sz="2104" b="0" i="0" u="none" strike="noStrike" cap="none" spc="0" baseline="0">
                    <a:solidFill>
                      <a:srgbClr val="000000"/>
                    </a:solidFill>
                    <a:uFillTx/>
                    <a:latin typeface="Open Sans"/>
                    <a:ea typeface="Open Sans Light" panose="020B0606030504020204" pitchFamily="34" charset="0"/>
                    <a:cs typeface="Open Sans Light" panose="020B0606030504020204" pitchFamily="34" charset="0"/>
                    <a:sym typeface="Helvetica Neue"/>
                  </a:defRPr>
                </a:lvl1pPr>
                <a:lvl2pPr marL="534436" marR="0" indent="-267218" algn="l" defTabSz="1068845" rtl="0" eaLnBrk="1" latinLnBrk="0" hangingPunct="1">
                  <a:lnSpc>
                    <a:spcPct val="90000"/>
                  </a:lnSpc>
                  <a:spcBef>
                    <a:spcPts val="1973"/>
                  </a:spcBef>
                  <a:spcAft>
                    <a:spcPts val="0"/>
                  </a:spcAft>
                  <a:buClrTx/>
                  <a:buSzPct val="123000"/>
                  <a:buFontTx/>
                  <a:buChar char="•"/>
                  <a:tabLst/>
                  <a:defRPr sz="2104" b="0" i="0" u="none" strike="noStrike" cap="none" spc="0" baseline="0">
                    <a:solidFill>
                      <a:srgbClr val="000000"/>
                    </a:solidFill>
                    <a:uFillTx/>
                    <a:latin typeface="Open Sans"/>
                    <a:ea typeface="Open Sans Light" panose="020B0606030504020204" pitchFamily="34" charset="0"/>
                    <a:cs typeface="Open Sans Light" panose="020B0606030504020204" pitchFamily="34" charset="0"/>
                    <a:sym typeface="Helvetica Neue"/>
                  </a:defRPr>
                </a:lvl2pPr>
                <a:lvl3pPr marL="801654" marR="0" indent="-267218" algn="l" defTabSz="1068845" rtl="0" eaLnBrk="1" latinLnBrk="0" hangingPunct="1">
                  <a:lnSpc>
                    <a:spcPct val="90000"/>
                  </a:lnSpc>
                  <a:spcBef>
                    <a:spcPts val="1973"/>
                  </a:spcBef>
                  <a:spcAft>
                    <a:spcPts val="0"/>
                  </a:spcAft>
                  <a:buClrTx/>
                  <a:buSzPct val="123000"/>
                  <a:buFontTx/>
                  <a:buChar char="•"/>
                  <a:tabLst/>
                  <a:defRPr sz="2104" b="0" i="0" u="none" strike="noStrike" cap="none" spc="0" baseline="0">
                    <a:solidFill>
                      <a:srgbClr val="000000"/>
                    </a:solidFill>
                    <a:uFillTx/>
                    <a:latin typeface="Open Sans"/>
                    <a:ea typeface="Open Sans Light" panose="020B0606030504020204" pitchFamily="34" charset="0"/>
                    <a:cs typeface="Open Sans Light" panose="020B0606030504020204" pitchFamily="34" charset="0"/>
                    <a:sym typeface="Helvetica Neue"/>
                  </a:defRPr>
                </a:lvl3pPr>
                <a:lvl4pPr marL="1068873" marR="0" indent="-267218" algn="l" defTabSz="1068845" rtl="0" eaLnBrk="1" latinLnBrk="0" hangingPunct="1">
                  <a:lnSpc>
                    <a:spcPct val="90000"/>
                  </a:lnSpc>
                  <a:spcBef>
                    <a:spcPts val="1973"/>
                  </a:spcBef>
                  <a:spcAft>
                    <a:spcPts val="0"/>
                  </a:spcAft>
                  <a:buClrTx/>
                  <a:buSzPct val="123000"/>
                  <a:buFontTx/>
                  <a:buChar char="•"/>
                  <a:tabLst/>
                  <a:defRPr sz="2104" b="0" i="0" u="none" strike="noStrike" cap="none" spc="0" baseline="0">
                    <a:solidFill>
                      <a:srgbClr val="000000"/>
                    </a:solidFill>
                    <a:uFillTx/>
                    <a:latin typeface="Open Sans"/>
                    <a:ea typeface="Open Sans Light" panose="020B0606030504020204" pitchFamily="34" charset="0"/>
                    <a:cs typeface="Open Sans Light" panose="020B0606030504020204" pitchFamily="34" charset="0"/>
                    <a:sym typeface="Helvetica Neue"/>
                  </a:defRPr>
                </a:lvl4pPr>
                <a:lvl5pPr marL="1336091" marR="0" indent="-267218" algn="l" defTabSz="1068845" rtl="0" eaLnBrk="1" latinLnBrk="0" hangingPunct="1">
                  <a:lnSpc>
                    <a:spcPct val="90000"/>
                  </a:lnSpc>
                  <a:spcBef>
                    <a:spcPts val="1973"/>
                  </a:spcBef>
                  <a:spcAft>
                    <a:spcPts val="0"/>
                  </a:spcAft>
                  <a:buClrTx/>
                  <a:buSzPct val="123000"/>
                  <a:buFontTx/>
                  <a:buChar char="•"/>
                  <a:tabLst/>
                  <a:defRPr sz="2104" b="0" i="0" u="none" strike="noStrike" cap="none" spc="0" baseline="0">
                    <a:solidFill>
                      <a:srgbClr val="000000"/>
                    </a:solidFill>
                    <a:uFillTx/>
                    <a:latin typeface="Open Sans"/>
                    <a:ea typeface="Open Sans Light" panose="020B0606030504020204" pitchFamily="34" charset="0"/>
                    <a:cs typeface="Open Sans Light" panose="020B0606030504020204" pitchFamily="34" charset="0"/>
                    <a:sym typeface="Helvetica Neue"/>
                  </a:defRPr>
                </a:lvl5pPr>
                <a:lvl6pPr marL="1603309" marR="0" indent="-267218" algn="l" defTabSz="1068845" rtl="0" eaLnBrk="1" latinLnBrk="0" hangingPunct="1">
                  <a:lnSpc>
                    <a:spcPct val="90000"/>
                  </a:lnSpc>
                  <a:spcBef>
                    <a:spcPts val="1973"/>
                  </a:spcBef>
                  <a:spcAft>
                    <a:spcPts val="0"/>
                  </a:spcAft>
                  <a:buClrTx/>
                  <a:buSzPct val="123000"/>
                  <a:buFontTx/>
                  <a:buChar char="•"/>
                  <a:tabLst/>
                  <a:defRPr sz="2104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6pPr>
                <a:lvl7pPr marL="1870527" marR="0" indent="-267218" algn="l" defTabSz="1068845" rtl="0" eaLnBrk="1" latinLnBrk="0" hangingPunct="1">
                  <a:lnSpc>
                    <a:spcPct val="90000"/>
                  </a:lnSpc>
                  <a:spcBef>
                    <a:spcPts val="1973"/>
                  </a:spcBef>
                  <a:spcAft>
                    <a:spcPts val="0"/>
                  </a:spcAft>
                  <a:buClrTx/>
                  <a:buSzPct val="123000"/>
                  <a:buFontTx/>
                  <a:buChar char="•"/>
                  <a:tabLst/>
                  <a:defRPr sz="2104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7pPr>
                <a:lvl8pPr marL="2137745" marR="0" indent="-267218" algn="l" defTabSz="1068845" rtl="0" eaLnBrk="1" latinLnBrk="0" hangingPunct="1">
                  <a:lnSpc>
                    <a:spcPct val="90000"/>
                  </a:lnSpc>
                  <a:spcBef>
                    <a:spcPts val="1973"/>
                  </a:spcBef>
                  <a:spcAft>
                    <a:spcPts val="0"/>
                  </a:spcAft>
                  <a:buClrTx/>
                  <a:buSzPct val="123000"/>
                  <a:buFontTx/>
                  <a:buChar char="•"/>
                  <a:tabLst/>
                  <a:defRPr sz="2104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8pPr>
                <a:lvl9pPr marL="2404963" marR="0" indent="-267218" algn="l" defTabSz="1068845" rtl="0" eaLnBrk="1" latinLnBrk="0" hangingPunct="1">
                  <a:lnSpc>
                    <a:spcPct val="90000"/>
                  </a:lnSpc>
                  <a:spcBef>
                    <a:spcPts val="1973"/>
                  </a:spcBef>
                  <a:spcAft>
                    <a:spcPts val="0"/>
                  </a:spcAft>
                  <a:buClrTx/>
                  <a:buSzPct val="123000"/>
                  <a:buFontTx/>
                  <a:buChar char="•"/>
                  <a:tabLst/>
                  <a:defRPr sz="2104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9pPr>
              </a:lstStyle>
              <a:p>
                <a:pPr fontAlgn="auto">
                  <a:lnSpc>
                    <a:spcPct val="80000"/>
                  </a:lnSpc>
                </a:pPr>
                <a:r>
                  <a:rPr lang="en-US" altLang="en-US" sz="2800" dirty="0">
                    <a:latin typeface="Open Sans Semibold" panose="020B0706030804020204" pitchFamily="34" charset="0"/>
                    <a:ea typeface="Open Sans Semibold" panose="020B0706030804020204" pitchFamily="34" charset="0"/>
                    <a:cs typeface="Open Sans Semibold" panose="020B0706030804020204" pitchFamily="34" charset="0"/>
                  </a:rPr>
                  <a:t>Another notation of variance is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sz="2800" i="1" smtClean="0">
                            <a:latin typeface="Cambria Math" panose="02040503050406030204" pitchFamily="18" charset="0"/>
                            <a:ea typeface="Open Sans Semibold" panose="020B0706030804020204" pitchFamily="34" charset="0"/>
                            <a:cs typeface="Open Sans Semibold" panose="020B0706030804020204" pitchFamily="34" charset="0"/>
                          </a:rPr>
                        </m:ctrlPr>
                      </m:sSupPr>
                      <m:e>
                        <m:r>
                          <a:rPr lang="en-US" altLang="en-US" sz="2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Open Sans Semibold" panose="020B0706030804020204" pitchFamily="34" charset="0"/>
                          </a:rPr>
                          <m:t>𝜎</m:t>
                        </m:r>
                      </m:e>
                      <m:sup>
                        <m:r>
                          <a:rPr lang="en-US" altLang="en-US" sz="2800" b="0" i="1" smtClean="0">
                            <a:latin typeface="Cambria Math" panose="02040503050406030204" pitchFamily="18" charset="0"/>
                            <a:ea typeface="Open Sans Semibold" panose="020B0706030804020204" pitchFamily="34" charset="0"/>
                            <a:cs typeface="Open Sans Semibold" panose="020B0706030804020204" pitchFamily="34" charset="0"/>
                          </a:rPr>
                          <m:t>2</m:t>
                        </m:r>
                      </m:sup>
                    </m:sSup>
                  </m:oMath>
                </a14:m>
                <a:endParaRPr lang="en-US" altLang="en-US" sz="2800" kern="0" dirty="0">
                  <a:latin typeface="Open Sans Semibold" panose="020B0706030804020204" pitchFamily="34" charset="0"/>
                  <a:ea typeface="Open Sans Semibold" panose="020B0706030804020204" pitchFamily="34" charset="0"/>
                  <a:cs typeface="Open Sans Semibold" panose="020B0706030804020204" pitchFamily="34" charset="0"/>
                </a:endParaRPr>
              </a:p>
            </p:txBody>
          </p:sp>
        </mc:Choice>
        <mc:Fallback xmlns="">
          <p:sp>
            <p:nvSpPr>
              <p:cNvPr id="3" name="Rectangle 3">
                <a:extLst>
                  <a:ext uri="{FF2B5EF4-FFF2-40B4-BE49-F238E27FC236}">
                    <a16:creationId xmlns:a16="http://schemas.microsoft.com/office/drawing/2014/main" id="{7D0CCA6D-2362-4E1F-9E9B-68546DF48A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0635" y="4746144"/>
                <a:ext cx="9630908" cy="1305993"/>
              </a:xfrm>
              <a:prstGeom prst="rect">
                <a:avLst/>
              </a:prstGeom>
              <a:blipFill>
                <a:blip r:embed="rId4"/>
                <a:stretch>
                  <a:fillRect l="-2595" t="-24299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9811924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>
            <a:extLst>
              <a:ext uri="{FF2B5EF4-FFF2-40B4-BE49-F238E27FC236}">
                <a16:creationId xmlns:a16="http://schemas.microsoft.com/office/drawing/2014/main" id="{7529C2CA-AE84-99B4-F76B-CA930C6151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017423" y="968653"/>
            <a:ext cx="8328057" cy="581817"/>
          </a:xfrm>
        </p:spPr>
        <p:txBody>
          <a:bodyPr>
            <a:normAutofit/>
          </a:bodyPr>
          <a:lstStyle/>
          <a:p>
            <a:pPr algn="ctr"/>
            <a:r>
              <a:rPr lang="en-US" altLang="en-US" sz="3600" dirty="0"/>
              <a:t>Variance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70466608-58A4-9A2A-96CD-64183F630053}"/>
              </a:ext>
            </a:extLst>
          </p:cNvPr>
          <p:cNvSpPr txBox="1">
            <a:spLocks noChangeArrowheads="1"/>
          </p:cNvSpPr>
          <p:nvPr/>
        </p:nvSpPr>
        <p:spPr>
          <a:xfrm>
            <a:off x="1057730" y="1842849"/>
            <a:ext cx="9630908" cy="7833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>
            <a:lvl1pPr marL="267218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1pPr>
            <a:lvl2pPr marL="534436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2pPr>
            <a:lvl3pPr marL="801654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3pPr>
            <a:lvl4pPr marL="1068873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4pPr>
            <a:lvl5pPr marL="1336091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5pPr>
            <a:lvl6pPr marL="1603309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1870527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2137745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2404963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lvl="1" fontAlgn="auto"/>
            <a:r>
              <a:rPr lang="en-US" altLang="en-US" sz="2800" kern="0" dirty="0"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Example, die throw</a:t>
            </a:r>
          </a:p>
        </p:txBody>
      </p:sp>
      <p:grpSp>
        <p:nvGrpSpPr>
          <p:cNvPr id="6" name="Group 446">
            <a:extLst>
              <a:ext uri="{FF2B5EF4-FFF2-40B4-BE49-F238E27FC236}">
                <a16:creationId xmlns:a16="http://schemas.microsoft.com/office/drawing/2014/main" id="{8E5D26EE-55B3-2538-AAE1-24596937F9C0}"/>
              </a:ext>
            </a:extLst>
          </p:cNvPr>
          <p:cNvGrpSpPr>
            <a:grpSpLocks/>
          </p:cNvGrpSpPr>
          <p:nvPr/>
        </p:nvGrpSpPr>
        <p:grpSpPr bwMode="auto">
          <a:xfrm>
            <a:off x="2067084" y="3376021"/>
            <a:ext cx="6722533" cy="3529330"/>
            <a:chOff x="-2" y="-2"/>
            <a:chExt cx="3738" cy="4148"/>
          </a:xfrm>
        </p:grpSpPr>
        <p:grpSp>
          <p:nvGrpSpPr>
            <p:cNvPr id="8" name="Group 444">
              <a:extLst>
                <a:ext uri="{FF2B5EF4-FFF2-40B4-BE49-F238E27FC236}">
                  <a16:creationId xmlns:a16="http://schemas.microsoft.com/office/drawing/2014/main" id="{13361322-DA21-B988-0A51-06E6233F896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0"/>
              <a:ext cx="3734" cy="4144"/>
              <a:chOff x="0" y="0"/>
              <a:chExt cx="3734" cy="4144"/>
            </a:xfrm>
          </p:grpSpPr>
          <p:grpSp>
            <p:nvGrpSpPr>
              <p:cNvPr id="10" name="Group 365">
                <a:extLst>
                  <a:ext uri="{FF2B5EF4-FFF2-40B4-BE49-F238E27FC236}">
                    <a16:creationId xmlns:a16="http://schemas.microsoft.com/office/drawing/2014/main" id="{C43C73C3-3379-86D7-EC7C-F2717528895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0"/>
                <a:ext cx="468" cy="518"/>
                <a:chOff x="0" y="0"/>
                <a:chExt cx="468" cy="518"/>
              </a:xfrm>
            </p:grpSpPr>
            <p:sp>
              <p:nvSpPr>
                <p:cNvPr id="128" name="Rectangle 324">
                  <a:extLst>
                    <a:ext uri="{FF2B5EF4-FFF2-40B4-BE49-F238E27FC236}">
                      <a16:creationId xmlns:a16="http://schemas.microsoft.com/office/drawing/2014/main" id="{E581C3DA-7D73-76B3-4127-5A1209D34E4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" y="0"/>
                  <a:ext cx="382" cy="51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>
                          <a:alpha val="50000"/>
                        </a:schemeClr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kumimoji="1" lang="en-US" altLang="en-US" sz="2316">
                      <a:cs typeface="Times New Roman" panose="02020603050405020304" pitchFamily="18" charset="0"/>
                    </a:rPr>
                    <a:t>x</a:t>
                  </a:r>
                  <a:endParaRPr kumimoji="1" lang="en-US" altLang="en-US" sz="1323">
                    <a:cs typeface="Times New Roman" panose="02020603050405020304" pitchFamily="18" charset="0"/>
                  </a:endParaRPr>
                </a:p>
                <a:p>
                  <a:pPr eaLnBrk="0" hangingPunct="0"/>
                  <a:endParaRPr kumimoji="1" lang="en-US" altLang="en-US" sz="2316"/>
                </a:p>
              </p:txBody>
            </p:sp>
            <p:sp>
              <p:nvSpPr>
                <p:cNvPr id="129" name="Rectangle 364">
                  <a:extLst>
                    <a:ext uri="{FF2B5EF4-FFF2-40B4-BE49-F238E27FC236}">
                      <a16:creationId xmlns:a16="http://schemas.microsoft.com/office/drawing/2014/main" id="{C20A4CBB-71EC-25B8-EC1D-3865AC5E563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468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>
                          <a:alpha val="50000"/>
                        </a:schemeClr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D" sz="2316"/>
                </a:p>
              </p:txBody>
            </p:sp>
          </p:grpSp>
          <p:grpSp>
            <p:nvGrpSpPr>
              <p:cNvPr id="11" name="Group 367">
                <a:extLst>
                  <a:ext uri="{FF2B5EF4-FFF2-40B4-BE49-F238E27FC236}">
                    <a16:creationId xmlns:a16="http://schemas.microsoft.com/office/drawing/2014/main" id="{6655BC59-9E6B-D44F-07E6-3187AFE7D00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8" y="0"/>
                <a:ext cx="746" cy="518"/>
                <a:chOff x="468" y="0"/>
                <a:chExt cx="746" cy="518"/>
              </a:xfrm>
            </p:grpSpPr>
            <p:sp>
              <p:nvSpPr>
                <p:cNvPr id="126" name="Rectangle 325">
                  <a:extLst>
                    <a:ext uri="{FF2B5EF4-FFF2-40B4-BE49-F238E27FC236}">
                      <a16:creationId xmlns:a16="http://schemas.microsoft.com/office/drawing/2014/main" id="{0C2C4647-8735-E3E5-9D19-E564F94AE2C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11" y="0"/>
                  <a:ext cx="660" cy="51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>
                          <a:alpha val="50000"/>
                        </a:schemeClr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kumimoji="1" lang="en-US" altLang="en-US" sz="2316">
                      <a:cs typeface="Times New Roman" panose="02020603050405020304" pitchFamily="18" charset="0"/>
                    </a:rPr>
                    <a:t>x-E(X)</a:t>
                  </a:r>
                  <a:endParaRPr kumimoji="1" lang="en-US" altLang="en-US" sz="1323">
                    <a:cs typeface="Times New Roman" panose="02020603050405020304" pitchFamily="18" charset="0"/>
                  </a:endParaRPr>
                </a:p>
                <a:p>
                  <a:pPr eaLnBrk="0" hangingPunct="0"/>
                  <a:endParaRPr kumimoji="1" lang="en-US" altLang="en-US" sz="2316"/>
                </a:p>
              </p:txBody>
            </p:sp>
            <p:sp>
              <p:nvSpPr>
                <p:cNvPr id="127" name="Rectangle 366">
                  <a:extLst>
                    <a:ext uri="{FF2B5EF4-FFF2-40B4-BE49-F238E27FC236}">
                      <a16:creationId xmlns:a16="http://schemas.microsoft.com/office/drawing/2014/main" id="{15DABAF1-838E-C371-28D0-416A23ED1CC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68" y="0"/>
                  <a:ext cx="746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>
                          <a:alpha val="50000"/>
                        </a:schemeClr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D" sz="2316"/>
                </a:p>
              </p:txBody>
            </p:sp>
          </p:grpSp>
          <p:grpSp>
            <p:nvGrpSpPr>
              <p:cNvPr id="12" name="Group 369">
                <a:extLst>
                  <a:ext uri="{FF2B5EF4-FFF2-40B4-BE49-F238E27FC236}">
                    <a16:creationId xmlns:a16="http://schemas.microsoft.com/office/drawing/2014/main" id="{3B1EB3BB-C4C2-61D7-1DB9-43317209EF1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214" y="0"/>
                <a:ext cx="938" cy="518"/>
                <a:chOff x="1214" y="0"/>
                <a:chExt cx="938" cy="518"/>
              </a:xfrm>
            </p:grpSpPr>
            <p:sp>
              <p:nvSpPr>
                <p:cNvPr id="124" name="Rectangle 326">
                  <a:extLst>
                    <a:ext uri="{FF2B5EF4-FFF2-40B4-BE49-F238E27FC236}">
                      <a16:creationId xmlns:a16="http://schemas.microsoft.com/office/drawing/2014/main" id="{E004509F-4A86-CF93-297C-AFB38CEF979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57" y="0"/>
                  <a:ext cx="852" cy="51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>
                          <a:alpha val="50000"/>
                        </a:schemeClr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kumimoji="1" lang="en-US" altLang="en-US" sz="2316">
                      <a:cs typeface="Times New Roman" panose="02020603050405020304" pitchFamily="18" charset="0"/>
                    </a:rPr>
                    <a:t>(x-E(X))</a:t>
                  </a:r>
                  <a:r>
                    <a:rPr kumimoji="1" lang="en-US" altLang="en-US" sz="2316" baseline="30000">
                      <a:latin typeface="Times New (W1)" pitchFamily="18" charset="0"/>
                      <a:cs typeface="Times New Roman" panose="02020603050405020304" pitchFamily="18" charset="0"/>
                    </a:rPr>
                    <a:t>2</a:t>
                  </a:r>
                  <a:endParaRPr kumimoji="1" lang="en-US" altLang="en-US" sz="1323">
                    <a:cs typeface="Times New Roman" panose="02020603050405020304" pitchFamily="18" charset="0"/>
                  </a:endParaRPr>
                </a:p>
                <a:p>
                  <a:pPr eaLnBrk="0" hangingPunct="0"/>
                  <a:endParaRPr kumimoji="1" lang="en-US" altLang="en-US" sz="2316"/>
                </a:p>
              </p:txBody>
            </p:sp>
            <p:sp>
              <p:nvSpPr>
                <p:cNvPr id="125" name="Rectangle 368">
                  <a:extLst>
                    <a:ext uri="{FF2B5EF4-FFF2-40B4-BE49-F238E27FC236}">
                      <a16:creationId xmlns:a16="http://schemas.microsoft.com/office/drawing/2014/main" id="{A99D2214-57E2-DC0C-2A5D-340AA90FB2C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14" y="0"/>
                  <a:ext cx="938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>
                          <a:alpha val="50000"/>
                        </a:schemeClr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D" sz="2316"/>
                </a:p>
              </p:txBody>
            </p:sp>
          </p:grpSp>
          <p:grpSp>
            <p:nvGrpSpPr>
              <p:cNvPr id="13" name="Group 371">
                <a:extLst>
                  <a:ext uri="{FF2B5EF4-FFF2-40B4-BE49-F238E27FC236}">
                    <a16:creationId xmlns:a16="http://schemas.microsoft.com/office/drawing/2014/main" id="{3DA3E73F-CB07-C4FF-4DB5-0A4720892AB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152" y="0"/>
                <a:ext cx="780" cy="518"/>
                <a:chOff x="2152" y="0"/>
                <a:chExt cx="780" cy="518"/>
              </a:xfrm>
            </p:grpSpPr>
            <p:sp>
              <p:nvSpPr>
                <p:cNvPr id="122" name="Rectangle 327">
                  <a:extLst>
                    <a:ext uri="{FF2B5EF4-FFF2-40B4-BE49-F238E27FC236}">
                      <a16:creationId xmlns:a16="http://schemas.microsoft.com/office/drawing/2014/main" id="{14260CF3-EDBB-7E91-B353-2E9DA792869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95" y="0"/>
                  <a:ext cx="694" cy="51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>
                          <a:alpha val="50000"/>
                        </a:schemeClr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kumimoji="1" lang="en-US" altLang="en-US" sz="2316">
                      <a:cs typeface="Times New Roman" panose="02020603050405020304" pitchFamily="18" charset="0"/>
                    </a:rPr>
                    <a:t>P(X=x)</a:t>
                  </a:r>
                  <a:endParaRPr kumimoji="1" lang="en-US" altLang="en-US" sz="1323">
                    <a:cs typeface="Times New Roman" panose="02020603050405020304" pitchFamily="18" charset="0"/>
                  </a:endParaRPr>
                </a:p>
                <a:p>
                  <a:pPr eaLnBrk="0" hangingPunct="0"/>
                  <a:endParaRPr kumimoji="1" lang="en-US" altLang="en-US" sz="2316"/>
                </a:p>
              </p:txBody>
            </p:sp>
            <p:sp>
              <p:nvSpPr>
                <p:cNvPr id="123" name="Rectangle 370">
                  <a:extLst>
                    <a:ext uri="{FF2B5EF4-FFF2-40B4-BE49-F238E27FC236}">
                      <a16:creationId xmlns:a16="http://schemas.microsoft.com/office/drawing/2014/main" id="{A8E3FF6E-7453-6849-7069-B168963E7B6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52" y="0"/>
                  <a:ext cx="780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>
                          <a:alpha val="50000"/>
                        </a:schemeClr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D" sz="2316"/>
                </a:p>
              </p:txBody>
            </p:sp>
          </p:grpSp>
          <p:grpSp>
            <p:nvGrpSpPr>
              <p:cNvPr id="14" name="Group 373">
                <a:extLst>
                  <a:ext uri="{FF2B5EF4-FFF2-40B4-BE49-F238E27FC236}">
                    <a16:creationId xmlns:a16="http://schemas.microsoft.com/office/drawing/2014/main" id="{4C909E24-431E-235E-66D8-D1C3D007360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932" y="0"/>
                <a:ext cx="802" cy="518"/>
                <a:chOff x="2932" y="0"/>
                <a:chExt cx="802" cy="518"/>
              </a:xfrm>
            </p:grpSpPr>
            <p:sp>
              <p:nvSpPr>
                <p:cNvPr id="120" name="Rectangle 328">
                  <a:extLst>
                    <a:ext uri="{FF2B5EF4-FFF2-40B4-BE49-F238E27FC236}">
                      <a16:creationId xmlns:a16="http://schemas.microsoft.com/office/drawing/2014/main" id="{0FD4ADD7-C660-5097-213E-AD50B07320A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75" y="0"/>
                  <a:ext cx="716" cy="51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>
                          <a:alpha val="50000"/>
                        </a:schemeClr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0" tIns="0" rIns="0" bIns="0"/>
                <a:lstStyle/>
                <a:p>
                  <a:pPr algn="r"/>
                  <a:r>
                    <a:rPr kumimoji="1" lang="en-US" altLang="en-US" sz="2867" b="1" dirty="0">
                      <a:cs typeface="Times New Roman" panose="02020603050405020304" pitchFamily="18" charset="0"/>
                    </a:rPr>
                    <a:t>Product</a:t>
                  </a:r>
                </a:p>
                <a:p>
                  <a:pPr algn="r" eaLnBrk="0" hangingPunct="0"/>
                  <a:endParaRPr kumimoji="1" lang="en-US" altLang="en-US" sz="2316" dirty="0"/>
                </a:p>
              </p:txBody>
            </p:sp>
            <p:sp>
              <p:nvSpPr>
                <p:cNvPr id="121" name="Rectangle 372">
                  <a:extLst>
                    <a:ext uri="{FF2B5EF4-FFF2-40B4-BE49-F238E27FC236}">
                      <a16:creationId xmlns:a16="http://schemas.microsoft.com/office/drawing/2014/main" id="{62E2EAB4-F97B-253C-0596-5BF76DD26C0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32" y="0"/>
                  <a:ext cx="802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>
                          <a:alpha val="50000"/>
                        </a:schemeClr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D" sz="2316"/>
                </a:p>
              </p:txBody>
            </p:sp>
          </p:grpSp>
          <p:grpSp>
            <p:nvGrpSpPr>
              <p:cNvPr id="15" name="Group 375">
                <a:extLst>
                  <a:ext uri="{FF2B5EF4-FFF2-40B4-BE49-F238E27FC236}">
                    <a16:creationId xmlns:a16="http://schemas.microsoft.com/office/drawing/2014/main" id="{81A00E1B-1472-7B21-07AF-64D09269DCC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518"/>
                <a:ext cx="468" cy="518"/>
                <a:chOff x="0" y="518"/>
                <a:chExt cx="468" cy="518"/>
              </a:xfrm>
            </p:grpSpPr>
            <p:sp>
              <p:nvSpPr>
                <p:cNvPr id="118" name="Rectangle 329">
                  <a:extLst>
                    <a:ext uri="{FF2B5EF4-FFF2-40B4-BE49-F238E27FC236}">
                      <a16:creationId xmlns:a16="http://schemas.microsoft.com/office/drawing/2014/main" id="{64DC104C-6B4C-4E41-1209-9D7857C3AA8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" y="518"/>
                  <a:ext cx="382" cy="51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>
                          <a:alpha val="50000"/>
                        </a:schemeClr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kumimoji="1" lang="en-US" altLang="en-US" sz="2316">
                      <a:cs typeface="Times New Roman" panose="02020603050405020304" pitchFamily="18" charset="0"/>
                    </a:rPr>
                    <a:t>1</a:t>
                  </a:r>
                  <a:endParaRPr kumimoji="1" lang="en-US" altLang="en-US" sz="1323">
                    <a:cs typeface="Times New Roman" panose="02020603050405020304" pitchFamily="18" charset="0"/>
                  </a:endParaRPr>
                </a:p>
                <a:p>
                  <a:pPr eaLnBrk="0" hangingPunct="0"/>
                  <a:endParaRPr kumimoji="1" lang="en-US" altLang="en-US" sz="2316"/>
                </a:p>
              </p:txBody>
            </p:sp>
            <p:sp>
              <p:nvSpPr>
                <p:cNvPr id="119" name="Rectangle 374">
                  <a:extLst>
                    <a:ext uri="{FF2B5EF4-FFF2-40B4-BE49-F238E27FC236}">
                      <a16:creationId xmlns:a16="http://schemas.microsoft.com/office/drawing/2014/main" id="{2F876C32-83EE-D5CF-DAD0-66475A85CEA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518"/>
                  <a:ext cx="468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>
                          <a:alpha val="50000"/>
                        </a:schemeClr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D" sz="2316"/>
                </a:p>
              </p:txBody>
            </p:sp>
          </p:grpSp>
          <p:grpSp>
            <p:nvGrpSpPr>
              <p:cNvPr id="16" name="Group 377">
                <a:extLst>
                  <a:ext uri="{FF2B5EF4-FFF2-40B4-BE49-F238E27FC236}">
                    <a16:creationId xmlns:a16="http://schemas.microsoft.com/office/drawing/2014/main" id="{1A651412-B385-9FF6-488D-2A2A06726EE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8" y="518"/>
                <a:ext cx="746" cy="518"/>
                <a:chOff x="468" y="518"/>
                <a:chExt cx="746" cy="518"/>
              </a:xfrm>
            </p:grpSpPr>
            <p:sp>
              <p:nvSpPr>
                <p:cNvPr id="116" name="Rectangle 330">
                  <a:extLst>
                    <a:ext uri="{FF2B5EF4-FFF2-40B4-BE49-F238E27FC236}">
                      <a16:creationId xmlns:a16="http://schemas.microsoft.com/office/drawing/2014/main" id="{C9F8FD9F-B1E1-1FC6-FD89-E199D851951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11" y="518"/>
                  <a:ext cx="660" cy="51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>
                          <a:alpha val="50000"/>
                        </a:schemeClr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r"/>
                  <a:r>
                    <a:rPr kumimoji="1" lang="en-US" altLang="en-US" sz="2316">
                      <a:cs typeface="Times New Roman" panose="02020603050405020304" pitchFamily="18" charset="0"/>
                    </a:rPr>
                    <a:t>-2.5</a:t>
                  </a:r>
                  <a:endParaRPr kumimoji="1" lang="en-US" altLang="en-US" sz="1323">
                    <a:cs typeface="Times New Roman" panose="02020603050405020304" pitchFamily="18" charset="0"/>
                  </a:endParaRPr>
                </a:p>
                <a:p>
                  <a:pPr algn="r" eaLnBrk="0" hangingPunct="0"/>
                  <a:endParaRPr kumimoji="1" lang="en-US" altLang="en-US" sz="2316"/>
                </a:p>
              </p:txBody>
            </p:sp>
            <p:sp>
              <p:nvSpPr>
                <p:cNvPr id="117" name="Rectangle 376">
                  <a:extLst>
                    <a:ext uri="{FF2B5EF4-FFF2-40B4-BE49-F238E27FC236}">
                      <a16:creationId xmlns:a16="http://schemas.microsoft.com/office/drawing/2014/main" id="{0F28231E-3C14-E876-746D-02D91E7FAF8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68" y="518"/>
                  <a:ext cx="746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>
                          <a:alpha val="50000"/>
                        </a:schemeClr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D" sz="2316"/>
                </a:p>
              </p:txBody>
            </p:sp>
          </p:grpSp>
          <p:grpSp>
            <p:nvGrpSpPr>
              <p:cNvPr id="17" name="Group 379">
                <a:extLst>
                  <a:ext uri="{FF2B5EF4-FFF2-40B4-BE49-F238E27FC236}">
                    <a16:creationId xmlns:a16="http://schemas.microsoft.com/office/drawing/2014/main" id="{37EB3A7D-056B-10A5-9422-BBEE22BEC27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214" y="518"/>
                <a:ext cx="938" cy="518"/>
                <a:chOff x="1214" y="518"/>
                <a:chExt cx="938" cy="518"/>
              </a:xfrm>
            </p:grpSpPr>
            <p:sp>
              <p:nvSpPr>
                <p:cNvPr id="114" name="Rectangle 331">
                  <a:extLst>
                    <a:ext uri="{FF2B5EF4-FFF2-40B4-BE49-F238E27FC236}">
                      <a16:creationId xmlns:a16="http://schemas.microsoft.com/office/drawing/2014/main" id="{8E886E54-36BE-2F8D-7317-E1BCF04A301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57" y="518"/>
                  <a:ext cx="852" cy="51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>
                          <a:alpha val="50000"/>
                        </a:schemeClr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r"/>
                  <a:r>
                    <a:rPr kumimoji="1" lang="en-US" altLang="en-US" sz="2316">
                      <a:cs typeface="Times New Roman" panose="02020603050405020304" pitchFamily="18" charset="0"/>
                    </a:rPr>
                    <a:t>6.25</a:t>
                  </a:r>
                  <a:endParaRPr kumimoji="1" lang="en-US" altLang="en-US" sz="1323">
                    <a:cs typeface="Times New Roman" panose="02020603050405020304" pitchFamily="18" charset="0"/>
                  </a:endParaRPr>
                </a:p>
                <a:p>
                  <a:pPr algn="r" eaLnBrk="0" hangingPunct="0"/>
                  <a:endParaRPr kumimoji="1" lang="en-US" altLang="en-US" sz="2316"/>
                </a:p>
              </p:txBody>
            </p:sp>
            <p:sp>
              <p:nvSpPr>
                <p:cNvPr id="115" name="Rectangle 378">
                  <a:extLst>
                    <a:ext uri="{FF2B5EF4-FFF2-40B4-BE49-F238E27FC236}">
                      <a16:creationId xmlns:a16="http://schemas.microsoft.com/office/drawing/2014/main" id="{C1C4A783-6485-3542-49C4-52231574E6D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14" y="518"/>
                  <a:ext cx="938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>
                          <a:alpha val="50000"/>
                        </a:schemeClr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D" sz="2316"/>
                </a:p>
              </p:txBody>
            </p:sp>
          </p:grpSp>
          <p:grpSp>
            <p:nvGrpSpPr>
              <p:cNvPr id="18" name="Group 381">
                <a:extLst>
                  <a:ext uri="{FF2B5EF4-FFF2-40B4-BE49-F238E27FC236}">
                    <a16:creationId xmlns:a16="http://schemas.microsoft.com/office/drawing/2014/main" id="{537C4B81-8BDC-CF66-9415-A823E7613B1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152" y="518"/>
                <a:ext cx="780" cy="518"/>
                <a:chOff x="2152" y="518"/>
                <a:chExt cx="780" cy="518"/>
              </a:xfrm>
            </p:grpSpPr>
            <p:sp>
              <p:nvSpPr>
                <p:cNvPr id="112" name="Rectangle 332">
                  <a:extLst>
                    <a:ext uri="{FF2B5EF4-FFF2-40B4-BE49-F238E27FC236}">
                      <a16:creationId xmlns:a16="http://schemas.microsoft.com/office/drawing/2014/main" id="{1BA58897-1598-ECE8-8285-F98FCFCD223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95" y="518"/>
                  <a:ext cx="694" cy="51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>
                          <a:alpha val="50000"/>
                        </a:schemeClr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ctr"/>
                  <a:r>
                    <a:rPr kumimoji="1" lang="en-US" altLang="en-US" sz="2316">
                      <a:cs typeface="Times New Roman" panose="02020603050405020304" pitchFamily="18" charset="0"/>
                    </a:rPr>
                    <a:t>1/6</a:t>
                  </a:r>
                  <a:endParaRPr kumimoji="1" lang="en-US" altLang="en-US" sz="1323">
                    <a:cs typeface="Times New Roman" panose="02020603050405020304" pitchFamily="18" charset="0"/>
                  </a:endParaRPr>
                </a:p>
                <a:p>
                  <a:pPr algn="ctr" eaLnBrk="0" hangingPunct="0"/>
                  <a:endParaRPr kumimoji="1" lang="en-US" altLang="en-US" sz="2316"/>
                </a:p>
              </p:txBody>
            </p:sp>
            <p:sp>
              <p:nvSpPr>
                <p:cNvPr id="113" name="Rectangle 380">
                  <a:extLst>
                    <a:ext uri="{FF2B5EF4-FFF2-40B4-BE49-F238E27FC236}">
                      <a16:creationId xmlns:a16="http://schemas.microsoft.com/office/drawing/2014/main" id="{41AC4497-B066-9319-41B7-87E6448299E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52" y="518"/>
                  <a:ext cx="780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>
                          <a:alpha val="50000"/>
                        </a:schemeClr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D" sz="2316"/>
                </a:p>
              </p:txBody>
            </p:sp>
          </p:grpSp>
          <p:grpSp>
            <p:nvGrpSpPr>
              <p:cNvPr id="19" name="Group 383">
                <a:extLst>
                  <a:ext uri="{FF2B5EF4-FFF2-40B4-BE49-F238E27FC236}">
                    <a16:creationId xmlns:a16="http://schemas.microsoft.com/office/drawing/2014/main" id="{6322F986-20D4-B079-E3DB-37C7F368913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932" y="518"/>
                <a:ext cx="802" cy="518"/>
                <a:chOff x="2932" y="518"/>
                <a:chExt cx="802" cy="518"/>
              </a:xfrm>
            </p:grpSpPr>
            <p:sp>
              <p:nvSpPr>
                <p:cNvPr id="110" name="Rectangle 333">
                  <a:extLst>
                    <a:ext uri="{FF2B5EF4-FFF2-40B4-BE49-F238E27FC236}">
                      <a16:creationId xmlns:a16="http://schemas.microsoft.com/office/drawing/2014/main" id="{8C8B3702-1A67-7A17-7FA9-763F033E5AD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75" y="518"/>
                  <a:ext cx="716" cy="51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>
                          <a:alpha val="50000"/>
                        </a:schemeClr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r"/>
                  <a:r>
                    <a:rPr kumimoji="1" lang="en-US" altLang="en-US" sz="2316">
                      <a:cs typeface="Times New Roman" panose="02020603050405020304" pitchFamily="18" charset="0"/>
                    </a:rPr>
                    <a:t>1.042</a:t>
                  </a:r>
                  <a:endParaRPr kumimoji="1" lang="en-US" altLang="en-US" sz="1323">
                    <a:cs typeface="Times New Roman" panose="02020603050405020304" pitchFamily="18" charset="0"/>
                  </a:endParaRPr>
                </a:p>
                <a:p>
                  <a:pPr algn="r" eaLnBrk="0" hangingPunct="0"/>
                  <a:endParaRPr kumimoji="1" lang="en-US" altLang="en-US" sz="2316"/>
                </a:p>
              </p:txBody>
            </p:sp>
            <p:sp>
              <p:nvSpPr>
                <p:cNvPr id="111" name="Rectangle 382">
                  <a:extLst>
                    <a:ext uri="{FF2B5EF4-FFF2-40B4-BE49-F238E27FC236}">
                      <a16:creationId xmlns:a16="http://schemas.microsoft.com/office/drawing/2014/main" id="{C34B878F-5C45-EC76-B831-520D08C1F77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32" y="518"/>
                  <a:ext cx="802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>
                          <a:alpha val="50000"/>
                        </a:schemeClr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D" sz="2316"/>
                </a:p>
              </p:txBody>
            </p:sp>
          </p:grpSp>
          <p:grpSp>
            <p:nvGrpSpPr>
              <p:cNvPr id="20" name="Group 385">
                <a:extLst>
                  <a:ext uri="{FF2B5EF4-FFF2-40B4-BE49-F238E27FC236}">
                    <a16:creationId xmlns:a16="http://schemas.microsoft.com/office/drawing/2014/main" id="{679063E6-A3E0-3C78-9A1E-650F4E3CD61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1036"/>
                <a:ext cx="468" cy="518"/>
                <a:chOff x="0" y="1036"/>
                <a:chExt cx="468" cy="518"/>
              </a:xfrm>
            </p:grpSpPr>
            <p:sp>
              <p:nvSpPr>
                <p:cNvPr id="108" name="Rectangle 334">
                  <a:extLst>
                    <a:ext uri="{FF2B5EF4-FFF2-40B4-BE49-F238E27FC236}">
                      <a16:creationId xmlns:a16="http://schemas.microsoft.com/office/drawing/2014/main" id="{81694ED8-64DC-DEBA-63E8-9AB01793E54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" y="1036"/>
                  <a:ext cx="382" cy="51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>
                          <a:alpha val="50000"/>
                        </a:schemeClr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kumimoji="1" lang="en-US" altLang="en-US" sz="2316">
                      <a:cs typeface="Times New Roman" panose="02020603050405020304" pitchFamily="18" charset="0"/>
                    </a:rPr>
                    <a:t>2</a:t>
                  </a:r>
                  <a:endParaRPr kumimoji="1" lang="en-US" altLang="en-US" sz="1323">
                    <a:cs typeface="Times New Roman" panose="02020603050405020304" pitchFamily="18" charset="0"/>
                  </a:endParaRPr>
                </a:p>
                <a:p>
                  <a:pPr eaLnBrk="0" hangingPunct="0"/>
                  <a:endParaRPr kumimoji="1" lang="en-US" altLang="en-US" sz="2316"/>
                </a:p>
              </p:txBody>
            </p:sp>
            <p:sp>
              <p:nvSpPr>
                <p:cNvPr id="109" name="Rectangle 384">
                  <a:extLst>
                    <a:ext uri="{FF2B5EF4-FFF2-40B4-BE49-F238E27FC236}">
                      <a16:creationId xmlns:a16="http://schemas.microsoft.com/office/drawing/2014/main" id="{78369235-7353-0648-76D9-E6023ECC3BE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1036"/>
                  <a:ext cx="468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>
                          <a:alpha val="50000"/>
                        </a:schemeClr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D" sz="2316"/>
                </a:p>
              </p:txBody>
            </p:sp>
          </p:grpSp>
          <p:grpSp>
            <p:nvGrpSpPr>
              <p:cNvPr id="21" name="Group 387">
                <a:extLst>
                  <a:ext uri="{FF2B5EF4-FFF2-40B4-BE49-F238E27FC236}">
                    <a16:creationId xmlns:a16="http://schemas.microsoft.com/office/drawing/2014/main" id="{AC27C9AC-B706-9F59-E185-2BEB794F3EB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8" y="1036"/>
                <a:ext cx="746" cy="518"/>
                <a:chOff x="468" y="1036"/>
                <a:chExt cx="746" cy="518"/>
              </a:xfrm>
            </p:grpSpPr>
            <p:sp>
              <p:nvSpPr>
                <p:cNvPr id="106" name="Rectangle 335">
                  <a:extLst>
                    <a:ext uri="{FF2B5EF4-FFF2-40B4-BE49-F238E27FC236}">
                      <a16:creationId xmlns:a16="http://schemas.microsoft.com/office/drawing/2014/main" id="{9DB66F21-41E1-2149-8819-901A85BF8AD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11" y="1036"/>
                  <a:ext cx="660" cy="51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>
                          <a:alpha val="50000"/>
                        </a:schemeClr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r"/>
                  <a:r>
                    <a:rPr kumimoji="1" lang="en-US" altLang="en-US" sz="2316">
                      <a:cs typeface="Times New Roman" panose="02020603050405020304" pitchFamily="18" charset="0"/>
                    </a:rPr>
                    <a:t>-1.5</a:t>
                  </a:r>
                  <a:endParaRPr kumimoji="1" lang="en-US" altLang="en-US" sz="1323">
                    <a:cs typeface="Times New Roman" panose="02020603050405020304" pitchFamily="18" charset="0"/>
                  </a:endParaRPr>
                </a:p>
                <a:p>
                  <a:pPr algn="r" eaLnBrk="0" hangingPunct="0"/>
                  <a:endParaRPr kumimoji="1" lang="en-US" altLang="en-US" sz="2316"/>
                </a:p>
              </p:txBody>
            </p:sp>
            <p:sp>
              <p:nvSpPr>
                <p:cNvPr id="107" name="Rectangle 386">
                  <a:extLst>
                    <a:ext uri="{FF2B5EF4-FFF2-40B4-BE49-F238E27FC236}">
                      <a16:creationId xmlns:a16="http://schemas.microsoft.com/office/drawing/2014/main" id="{5A3A7EC9-6C9E-408D-E505-6F9A33BC97F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68" y="1036"/>
                  <a:ext cx="746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>
                          <a:alpha val="50000"/>
                        </a:schemeClr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D" sz="2316"/>
                </a:p>
              </p:txBody>
            </p:sp>
          </p:grpSp>
          <p:grpSp>
            <p:nvGrpSpPr>
              <p:cNvPr id="22" name="Group 389">
                <a:extLst>
                  <a:ext uri="{FF2B5EF4-FFF2-40B4-BE49-F238E27FC236}">
                    <a16:creationId xmlns:a16="http://schemas.microsoft.com/office/drawing/2014/main" id="{3F6221CE-3B76-3E02-7C2B-E5D0E67BBD5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214" y="1036"/>
                <a:ext cx="938" cy="518"/>
                <a:chOff x="1214" y="1036"/>
                <a:chExt cx="938" cy="518"/>
              </a:xfrm>
            </p:grpSpPr>
            <p:sp>
              <p:nvSpPr>
                <p:cNvPr id="104" name="Rectangle 336">
                  <a:extLst>
                    <a:ext uri="{FF2B5EF4-FFF2-40B4-BE49-F238E27FC236}">
                      <a16:creationId xmlns:a16="http://schemas.microsoft.com/office/drawing/2014/main" id="{08B9B9DC-992F-0865-0A32-272DE498C2A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57" y="1036"/>
                  <a:ext cx="852" cy="51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>
                          <a:alpha val="50000"/>
                        </a:schemeClr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r"/>
                  <a:r>
                    <a:rPr kumimoji="1" lang="en-US" altLang="en-US" sz="2316">
                      <a:cs typeface="Times New Roman" panose="02020603050405020304" pitchFamily="18" charset="0"/>
                    </a:rPr>
                    <a:t>2.25</a:t>
                  </a:r>
                  <a:endParaRPr kumimoji="1" lang="en-US" altLang="en-US" sz="1323">
                    <a:cs typeface="Times New Roman" panose="02020603050405020304" pitchFamily="18" charset="0"/>
                  </a:endParaRPr>
                </a:p>
                <a:p>
                  <a:pPr algn="r" eaLnBrk="0" hangingPunct="0"/>
                  <a:endParaRPr kumimoji="1" lang="en-US" altLang="en-US" sz="2316"/>
                </a:p>
              </p:txBody>
            </p:sp>
            <p:sp>
              <p:nvSpPr>
                <p:cNvPr id="105" name="Rectangle 388">
                  <a:extLst>
                    <a:ext uri="{FF2B5EF4-FFF2-40B4-BE49-F238E27FC236}">
                      <a16:creationId xmlns:a16="http://schemas.microsoft.com/office/drawing/2014/main" id="{762A412C-00B8-8356-6662-E446BF3D8BD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14" y="1036"/>
                  <a:ext cx="938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>
                          <a:alpha val="50000"/>
                        </a:schemeClr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D" sz="2316"/>
                </a:p>
              </p:txBody>
            </p:sp>
          </p:grpSp>
          <p:grpSp>
            <p:nvGrpSpPr>
              <p:cNvPr id="23" name="Group 391">
                <a:extLst>
                  <a:ext uri="{FF2B5EF4-FFF2-40B4-BE49-F238E27FC236}">
                    <a16:creationId xmlns:a16="http://schemas.microsoft.com/office/drawing/2014/main" id="{7DC5BA01-9C8A-EF0E-1617-71AC2075A81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152" y="1036"/>
                <a:ext cx="780" cy="518"/>
                <a:chOff x="2152" y="1036"/>
                <a:chExt cx="780" cy="518"/>
              </a:xfrm>
            </p:grpSpPr>
            <p:sp>
              <p:nvSpPr>
                <p:cNvPr id="102" name="Rectangle 337">
                  <a:extLst>
                    <a:ext uri="{FF2B5EF4-FFF2-40B4-BE49-F238E27FC236}">
                      <a16:creationId xmlns:a16="http://schemas.microsoft.com/office/drawing/2014/main" id="{E5071A4E-75A3-1327-3E84-8D8EA87D8D6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95" y="1036"/>
                  <a:ext cx="694" cy="51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>
                          <a:alpha val="50000"/>
                        </a:schemeClr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ctr"/>
                  <a:r>
                    <a:rPr kumimoji="1" lang="en-US" altLang="en-US" sz="2316">
                      <a:cs typeface="Times New Roman" panose="02020603050405020304" pitchFamily="18" charset="0"/>
                    </a:rPr>
                    <a:t>1/6</a:t>
                  </a:r>
                  <a:endParaRPr kumimoji="1" lang="en-US" altLang="en-US" sz="1323">
                    <a:cs typeface="Times New Roman" panose="02020603050405020304" pitchFamily="18" charset="0"/>
                  </a:endParaRPr>
                </a:p>
                <a:p>
                  <a:pPr algn="ctr" eaLnBrk="0" hangingPunct="0"/>
                  <a:endParaRPr kumimoji="1" lang="en-US" altLang="en-US" sz="2316"/>
                </a:p>
              </p:txBody>
            </p:sp>
            <p:sp>
              <p:nvSpPr>
                <p:cNvPr id="103" name="Rectangle 390">
                  <a:extLst>
                    <a:ext uri="{FF2B5EF4-FFF2-40B4-BE49-F238E27FC236}">
                      <a16:creationId xmlns:a16="http://schemas.microsoft.com/office/drawing/2014/main" id="{419DBAF8-E206-8DB9-1402-C8A40508C05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52" y="1036"/>
                  <a:ext cx="780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>
                          <a:alpha val="50000"/>
                        </a:schemeClr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D" sz="2316"/>
                </a:p>
              </p:txBody>
            </p:sp>
          </p:grpSp>
          <p:grpSp>
            <p:nvGrpSpPr>
              <p:cNvPr id="24" name="Group 393">
                <a:extLst>
                  <a:ext uri="{FF2B5EF4-FFF2-40B4-BE49-F238E27FC236}">
                    <a16:creationId xmlns:a16="http://schemas.microsoft.com/office/drawing/2014/main" id="{C575845C-2D02-168E-4E3A-DA6285E9772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932" y="1036"/>
                <a:ext cx="802" cy="518"/>
                <a:chOff x="2932" y="1036"/>
                <a:chExt cx="802" cy="518"/>
              </a:xfrm>
            </p:grpSpPr>
            <p:sp>
              <p:nvSpPr>
                <p:cNvPr id="100" name="Rectangle 338">
                  <a:extLst>
                    <a:ext uri="{FF2B5EF4-FFF2-40B4-BE49-F238E27FC236}">
                      <a16:creationId xmlns:a16="http://schemas.microsoft.com/office/drawing/2014/main" id="{32A13511-4BF7-4B33-97AE-FBD45A686A2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75" y="1036"/>
                  <a:ext cx="716" cy="51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>
                          <a:alpha val="50000"/>
                        </a:schemeClr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r"/>
                  <a:r>
                    <a:rPr kumimoji="1" lang="en-US" altLang="en-US" sz="2316">
                      <a:cs typeface="Times New Roman" panose="02020603050405020304" pitchFamily="18" charset="0"/>
                    </a:rPr>
                    <a:t>0.375</a:t>
                  </a:r>
                  <a:endParaRPr kumimoji="1" lang="en-US" altLang="en-US" sz="1323">
                    <a:cs typeface="Times New Roman" panose="02020603050405020304" pitchFamily="18" charset="0"/>
                  </a:endParaRPr>
                </a:p>
                <a:p>
                  <a:pPr algn="r" eaLnBrk="0" hangingPunct="0"/>
                  <a:endParaRPr kumimoji="1" lang="en-US" altLang="en-US" sz="2316"/>
                </a:p>
              </p:txBody>
            </p:sp>
            <p:sp>
              <p:nvSpPr>
                <p:cNvPr id="101" name="Rectangle 392">
                  <a:extLst>
                    <a:ext uri="{FF2B5EF4-FFF2-40B4-BE49-F238E27FC236}">
                      <a16:creationId xmlns:a16="http://schemas.microsoft.com/office/drawing/2014/main" id="{F9C7AC77-3EE2-7156-B74B-DC6D76205A5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32" y="1036"/>
                  <a:ext cx="802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>
                          <a:alpha val="50000"/>
                        </a:schemeClr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D" sz="2316"/>
                </a:p>
              </p:txBody>
            </p:sp>
          </p:grpSp>
          <p:grpSp>
            <p:nvGrpSpPr>
              <p:cNvPr id="25" name="Group 395">
                <a:extLst>
                  <a:ext uri="{FF2B5EF4-FFF2-40B4-BE49-F238E27FC236}">
                    <a16:creationId xmlns:a16="http://schemas.microsoft.com/office/drawing/2014/main" id="{9D366AC1-EB3D-55FA-94B3-36BFD54BEB6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1554"/>
                <a:ext cx="468" cy="518"/>
                <a:chOff x="0" y="1554"/>
                <a:chExt cx="468" cy="518"/>
              </a:xfrm>
            </p:grpSpPr>
            <p:sp>
              <p:nvSpPr>
                <p:cNvPr id="98" name="Rectangle 339">
                  <a:extLst>
                    <a:ext uri="{FF2B5EF4-FFF2-40B4-BE49-F238E27FC236}">
                      <a16:creationId xmlns:a16="http://schemas.microsoft.com/office/drawing/2014/main" id="{63FA4A42-3301-13AC-7204-26E2B68F498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" y="1554"/>
                  <a:ext cx="382" cy="51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>
                          <a:alpha val="50000"/>
                        </a:schemeClr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kumimoji="1" lang="en-US" altLang="en-US" sz="2316">
                      <a:cs typeface="Times New Roman" panose="02020603050405020304" pitchFamily="18" charset="0"/>
                    </a:rPr>
                    <a:t>3</a:t>
                  </a:r>
                  <a:endParaRPr kumimoji="1" lang="en-US" altLang="en-US" sz="1323">
                    <a:cs typeface="Times New Roman" panose="02020603050405020304" pitchFamily="18" charset="0"/>
                  </a:endParaRPr>
                </a:p>
                <a:p>
                  <a:pPr eaLnBrk="0" hangingPunct="0"/>
                  <a:endParaRPr kumimoji="1" lang="en-US" altLang="en-US" sz="2316"/>
                </a:p>
              </p:txBody>
            </p:sp>
            <p:sp>
              <p:nvSpPr>
                <p:cNvPr id="99" name="Rectangle 394">
                  <a:extLst>
                    <a:ext uri="{FF2B5EF4-FFF2-40B4-BE49-F238E27FC236}">
                      <a16:creationId xmlns:a16="http://schemas.microsoft.com/office/drawing/2014/main" id="{825AD0EB-7F48-BD2D-4E13-8BF51573EFC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1554"/>
                  <a:ext cx="468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>
                          <a:alpha val="50000"/>
                        </a:schemeClr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D" sz="2316"/>
                </a:p>
              </p:txBody>
            </p:sp>
          </p:grpSp>
          <p:grpSp>
            <p:nvGrpSpPr>
              <p:cNvPr id="26" name="Group 397">
                <a:extLst>
                  <a:ext uri="{FF2B5EF4-FFF2-40B4-BE49-F238E27FC236}">
                    <a16:creationId xmlns:a16="http://schemas.microsoft.com/office/drawing/2014/main" id="{60652078-C913-DF76-E0C9-DF0F65C71AD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8" y="1554"/>
                <a:ext cx="746" cy="518"/>
                <a:chOff x="468" y="1554"/>
                <a:chExt cx="746" cy="518"/>
              </a:xfrm>
            </p:grpSpPr>
            <p:sp>
              <p:nvSpPr>
                <p:cNvPr id="96" name="Rectangle 340">
                  <a:extLst>
                    <a:ext uri="{FF2B5EF4-FFF2-40B4-BE49-F238E27FC236}">
                      <a16:creationId xmlns:a16="http://schemas.microsoft.com/office/drawing/2014/main" id="{5B3BE401-713F-6467-1269-19161483433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11" y="1554"/>
                  <a:ext cx="660" cy="51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>
                          <a:alpha val="50000"/>
                        </a:schemeClr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r"/>
                  <a:r>
                    <a:rPr kumimoji="1" lang="en-US" altLang="en-US" sz="2316">
                      <a:cs typeface="Times New Roman" panose="02020603050405020304" pitchFamily="18" charset="0"/>
                    </a:rPr>
                    <a:t>-0.5</a:t>
                  </a:r>
                  <a:endParaRPr kumimoji="1" lang="en-US" altLang="en-US" sz="1323">
                    <a:cs typeface="Times New Roman" panose="02020603050405020304" pitchFamily="18" charset="0"/>
                  </a:endParaRPr>
                </a:p>
                <a:p>
                  <a:pPr algn="r" eaLnBrk="0" hangingPunct="0"/>
                  <a:endParaRPr kumimoji="1" lang="en-US" altLang="en-US" sz="2316"/>
                </a:p>
              </p:txBody>
            </p:sp>
            <p:sp>
              <p:nvSpPr>
                <p:cNvPr id="97" name="Rectangle 396">
                  <a:extLst>
                    <a:ext uri="{FF2B5EF4-FFF2-40B4-BE49-F238E27FC236}">
                      <a16:creationId xmlns:a16="http://schemas.microsoft.com/office/drawing/2014/main" id="{0089117E-7D3B-EFB0-E001-4C9FFE557DD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68" y="1554"/>
                  <a:ext cx="746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>
                          <a:alpha val="50000"/>
                        </a:schemeClr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D" sz="2316"/>
                </a:p>
              </p:txBody>
            </p:sp>
          </p:grpSp>
          <p:grpSp>
            <p:nvGrpSpPr>
              <p:cNvPr id="27" name="Group 399">
                <a:extLst>
                  <a:ext uri="{FF2B5EF4-FFF2-40B4-BE49-F238E27FC236}">
                    <a16:creationId xmlns:a16="http://schemas.microsoft.com/office/drawing/2014/main" id="{A585A488-0126-919B-12A2-4638FBC9141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214" y="1554"/>
                <a:ext cx="938" cy="518"/>
                <a:chOff x="1214" y="1554"/>
                <a:chExt cx="938" cy="518"/>
              </a:xfrm>
            </p:grpSpPr>
            <p:sp>
              <p:nvSpPr>
                <p:cNvPr id="94" name="Rectangle 341">
                  <a:extLst>
                    <a:ext uri="{FF2B5EF4-FFF2-40B4-BE49-F238E27FC236}">
                      <a16:creationId xmlns:a16="http://schemas.microsoft.com/office/drawing/2014/main" id="{6DCA4D36-0300-E3E1-A200-B79B0F08BE2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57" y="1554"/>
                  <a:ext cx="852" cy="51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>
                          <a:alpha val="50000"/>
                        </a:schemeClr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r"/>
                  <a:r>
                    <a:rPr kumimoji="1" lang="en-US" altLang="en-US" sz="2316">
                      <a:cs typeface="Times New Roman" panose="02020603050405020304" pitchFamily="18" charset="0"/>
                    </a:rPr>
                    <a:t>0.25</a:t>
                  </a:r>
                  <a:endParaRPr kumimoji="1" lang="en-US" altLang="en-US" sz="1323">
                    <a:cs typeface="Times New Roman" panose="02020603050405020304" pitchFamily="18" charset="0"/>
                  </a:endParaRPr>
                </a:p>
                <a:p>
                  <a:pPr algn="r" eaLnBrk="0" hangingPunct="0"/>
                  <a:endParaRPr kumimoji="1" lang="en-US" altLang="en-US" sz="2316"/>
                </a:p>
              </p:txBody>
            </p:sp>
            <p:sp>
              <p:nvSpPr>
                <p:cNvPr id="95" name="Rectangle 398">
                  <a:extLst>
                    <a:ext uri="{FF2B5EF4-FFF2-40B4-BE49-F238E27FC236}">
                      <a16:creationId xmlns:a16="http://schemas.microsoft.com/office/drawing/2014/main" id="{06629ACA-DC36-A47A-DF7A-F5FA0340D71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14" y="1554"/>
                  <a:ext cx="938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>
                          <a:alpha val="50000"/>
                        </a:schemeClr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D" sz="2316"/>
                </a:p>
              </p:txBody>
            </p:sp>
          </p:grpSp>
          <p:grpSp>
            <p:nvGrpSpPr>
              <p:cNvPr id="28" name="Group 401">
                <a:extLst>
                  <a:ext uri="{FF2B5EF4-FFF2-40B4-BE49-F238E27FC236}">
                    <a16:creationId xmlns:a16="http://schemas.microsoft.com/office/drawing/2014/main" id="{24DA565E-99F1-71B6-E0D1-DEBB740A5DE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152" y="1554"/>
                <a:ext cx="780" cy="518"/>
                <a:chOff x="2152" y="1554"/>
                <a:chExt cx="780" cy="518"/>
              </a:xfrm>
            </p:grpSpPr>
            <p:sp>
              <p:nvSpPr>
                <p:cNvPr id="92" name="Rectangle 342">
                  <a:extLst>
                    <a:ext uri="{FF2B5EF4-FFF2-40B4-BE49-F238E27FC236}">
                      <a16:creationId xmlns:a16="http://schemas.microsoft.com/office/drawing/2014/main" id="{69F6DF0C-4439-1537-2BAE-354459BF9CA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95" y="1554"/>
                  <a:ext cx="694" cy="51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>
                          <a:alpha val="50000"/>
                        </a:schemeClr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ctr"/>
                  <a:r>
                    <a:rPr kumimoji="1" lang="en-US" altLang="en-US" sz="2316">
                      <a:cs typeface="Times New Roman" panose="02020603050405020304" pitchFamily="18" charset="0"/>
                    </a:rPr>
                    <a:t>1/6</a:t>
                  </a:r>
                  <a:endParaRPr kumimoji="1" lang="en-US" altLang="en-US" sz="1323">
                    <a:cs typeface="Times New Roman" panose="02020603050405020304" pitchFamily="18" charset="0"/>
                  </a:endParaRPr>
                </a:p>
                <a:p>
                  <a:pPr algn="ctr" eaLnBrk="0" hangingPunct="0"/>
                  <a:endParaRPr kumimoji="1" lang="en-US" altLang="en-US" sz="2316"/>
                </a:p>
              </p:txBody>
            </p:sp>
            <p:sp>
              <p:nvSpPr>
                <p:cNvPr id="93" name="Rectangle 400">
                  <a:extLst>
                    <a:ext uri="{FF2B5EF4-FFF2-40B4-BE49-F238E27FC236}">
                      <a16:creationId xmlns:a16="http://schemas.microsoft.com/office/drawing/2014/main" id="{CC3AC89F-9B8F-0BFF-381C-EEDCC6B67BC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52" y="1554"/>
                  <a:ext cx="780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>
                          <a:alpha val="50000"/>
                        </a:schemeClr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D" sz="2316"/>
                </a:p>
              </p:txBody>
            </p:sp>
          </p:grpSp>
          <p:grpSp>
            <p:nvGrpSpPr>
              <p:cNvPr id="29" name="Group 403">
                <a:extLst>
                  <a:ext uri="{FF2B5EF4-FFF2-40B4-BE49-F238E27FC236}">
                    <a16:creationId xmlns:a16="http://schemas.microsoft.com/office/drawing/2014/main" id="{DFD26C5D-43B1-ADA6-40B5-C84ECD5D41B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932" y="1554"/>
                <a:ext cx="802" cy="518"/>
                <a:chOff x="2932" y="1554"/>
                <a:chExt cx="802" cy="518"/>
              </a:xfrm>
            </p:grpSpPr>
            <p:sp>
              <p:nvSpPr>
                <p:cNvPr id="90" name="Rectangle 343">
                  <a:extLst>
                    <a:ext uri="{FF2B5EF4-FFF2-40B4-BE49-F238E27FC236}">
                      <a16:creationId xmlns:a16="http://schemas.microsoft.com/office/drawing/2014/main" id="{D668C9E8-6A47-3005-E9B5-F9C7D044C35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75" y="1554"/>
                  <a:ext cx="716" cy="51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>
                          <a:alpha val="50000"/>
                        </a:schemeClr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r"/>
                  <a:r>
                    <a:rPr kumimoji="1" lang="en-US" altLang="en-US" sz="2316">
                      <a:cs typeface="Times New Roman" panose="02020603050405020304" pitchFamily="18" charset="0"/>
                    </a:rPr>
                    <a:t>0.042</a:t>
                  </a:r>
                  <a:endParaRPr kumimoji="1" lang="en-US" altLang="en-US" sz="1323">
                    <a:cs typeface="Times New Roman" panose="02020603050405020304" pitchFamily="18" charset="0"/>
                  </a:endParaRPr>
                </a:p>
                <a:p>
                  <a:pPr algn="r" eaLnBrk="0" hangingPunct="0"/>
                  <a:endParaRPr kumimoji="1" lang="en-US" altLang="en-US" sz="2316"/>
                </a:p>
              </p:txBody>
            </p:sp>
            <p:sp>
              <p:nvSpPr>
                <p:cNvPr id="91" name="Rectangle 402">
                  <a:extLst>
                    <a:ext uri="{FF2B5EF4-FFF2-40B4-BE49-F238E27FC236}">
                      <a16:creationId xmlns:a16="http://schemas.microsoft.com/office/drawing/2014/main" id="{434129FB-0126-B037-30DC-6BE41662FF5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32" y="1554"/>
                  <a:ext cx="802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>
                          <a:alpha val="50000"/>
                        </a:schemeClr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D" sz="2316"/>
                </a:p>
              </p:txBody>
            </p:sp>
          </p:grpSp>
          <p:grpSp>
            <p:nvGrpSpPr>
              <p:cNvPr id="30" name="Group 405">
                <a:extLst>
                  <a:ext uri="{FF2B5EF4-FFF2-40B4-BE49-F238E27FC236}">
                    <a16:creationId xmlns:a16="http://schemas.microsoft.com/office/drawing/2014/main" id="{013B9AA5-42F8-920B-A796-6AB435B66E9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2072"/>
                <a:ext cx="468" cy="518"/>
                <a:chOff x="0" y="2072"/>
                <a:chExt cx="468" cy="518"/>
              </a:xfrm>
            </p:grpSpPr>
            <p:sp>
              <p:nvSpPr>
                <p:cNvPr id="88" name="Rectangle 344">
                  <a:extLst>
                    <a:ext uri="{FF2B5EF4-FFF2-40B4-BE49-F238E27FC236}">
                      <a16:creationId xmlns:a16="http://schemas.microsoft.com/office/drawing/2014/main" id="{604D3E42-F707-E371-74B7-4E3E9D1161E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" y="2072"/>
                  <a:ext cx="382" cy="51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>
                          <a:alpha val="50000"/>
                        </a:schemeClr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kumimoji="1" lang="en-US" altLang="en-US" sz="2316">
                      <a:cs typeface="Times New Roman" panose="02020603050405020304" pitchFamily="18" charset="0"/>
                    </a:rPr>
                    <a:t>4</a:t>
                  </a:r>
                  <a:endParaRPr kumimoji="1" lang="en-US" altLang="en-US" sz="1323">
                    <a:cs typeface="Times New Roman" panose="02020603050405020304" pitchFamily="18" charset="0"/>
                  </a:endParaRPr>
                </a:p>
                <a:p>
                  <a:pPr eaLnBrk="0" hangingPunct="0"/>
                  <a:endParaRPr kumimoji="1" lang="en-US" altLang="en-US" sz="2316"/>
                </a:p>
              </p:txBody>
            </p:sp>
            <p:sp>
              <p:nvSpPr>
                <p:cNvPr id="89" name="Rectangle 404">
                  <a:extLst>
                    <a:ext uri="{FF2B5EF4-FFF2-40B4-BE49-F238E27FC236}">
                      <a16:creationId xmlns:a16="http://schemas.microsoft.com/office/drawing/2014/main" id="{AF9E2F8B-35DB-73F0-F66E-A8B3B5F3B67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2072"/>
                  <a:ext cx="468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>
                          <a:alpha val="50000"/>
                        </a:schemeClr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D" sz="2316"/>
                </a:p>
              </p:txBody>
            </p:sp>
          </p:grpSp>
          <p:grpSp>
            <p:nvGrpSpPr>
              <p:cNvPr id="31" name="Group 407">
                <a:extLst>
                  <a:ext uri="{FF2B5EF4-FFF2-40B4-BE49-F238E27FC236}">
                    <a16:creationId xmlns:a16="http://schemas.microsoft.com/office/drawing/2014/main" id="{00F985E5-D3B1-022B-C96E-A7C73D432F6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8" y="2072"/>
                <a:ext cx="746" cy="518"/>
                <a:chOff x="468" y="2072"/>
                <a:chExt cx="746" cy="518"/>
              </a:xfrm>
            </p:grpSpPr>
            <p:sp>
              <p:nvSpPr>
                <p:cNvPr id="86" name="Rectangle 345">
                  <a:extLst>
                    <a:ext uri="{FF2B5EF4-FFF2-40B4-BE49-F238E27FC236}">
                      <a16:creationId xmlns:a16="http://schemas.microsoft.com/office/drawing/2014/main" id="{707EF56A-83A2-91BE-4182-7FF2FD544B0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11" y="2072"/>
                  <a:ext cx="660" cy="51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>
                          <a:alpha val="50000"/>
                        </a:schemeClr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r"/>
                  <a:r>
                    <a:rPr kumimoji="1" lang="en-US" altLang="en-US" sz="2316">
                      <a:cs typeface="Times New Roman" panose="02020603050405020304" pitchFamily="18" charset="0"/>
                    </a:rPr>
                    <a:t>0.5</a:t>
                  </a:r>
                  <a:endParaRPr kumimoji="1" lang="en-US" altLang="en-US" sz="1323">
                    <a:cs typeface="Times New Roman" panose="02020603050405020304" pitchFamily="18" charset="0"/>
                  </a:endParaRPr>
                </a:p>
                <a:p>
                  <a:pPr algn="r" eaLnBrk="0" hangingPunct="0"/>
                  <a:endParaRPr kumimoji="1" lang="en-US" altLang="en-US" sz="2316"/>
                </a:p>
              </p:txBody>
            </p:sp>
            <p:sp>
              <p:nvSpPr>
                <p:cNvPr id="87" name="Rectangle 406">
                  <a:extLst>
                    <a:ext uri="{FF2B5EF4-FFF2-40B4-BE49-F238E27FC236}">
                      <a16:creationId xmlns:a16="http://schemas.microsoft.com/office/drawing/2014/main" id="{59713265-C240-CE7E-8376-2D5A3A7A823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68" y="2072"/>
                  <a:ext cx="746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>
                          <a:alpha val="50000"/>
                        </a:schemeClr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D" sz="2316"/>
                </a:p>
              </p:txBody>
            </p:sp>
          </p:grpSp>
          <p:grpSp>
            <p:nvGrpSpPr>
              <p:cNvPr id="32" name="Group 409">
                <a:extLst>
                  <a:ext uri="{FF2B5EF4-FFF2-40B4-BE49-F238E27FC236}">
                    <a16:creationId xmlns:a16="http://schemas.microsoft.com/office/drawing/2014/main" id="{E011CCF2-5712-8F23-84FA-6467078C12A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214" y="2072"/>
                <a:ext cx="938" cy="518"/>
                <a:chOff x="1214" y="2072"/>
                <a:chExt cx="938" cy="518"/>
              </a:xfrm>
            </p:grpSpPr>
            <p:sp>
              <p:nvSpPr>
                <p:cNvPr id="84" name="Rectangle 346">
                  <a:extLst>
                    <a:ext uri="{FF2B5EF4-FFF2-40B4-BE49-F238E27FC236}">
                      <a16:creationId xmlns:a16="http://schemas.microsoft.com/office/drawing/2014/main" id="{A93337A1-EABF-04C6-ECD5-E34FF224654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57" y="2072"/>
                  <a:ext cx="852" cy="51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>
                          <a:alpha val="50000"/>
                        </a:schemeClr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r"/>
                  <a:r>
                    <a:rPr kumimoji="1" lang="en-US" altLang="en-US" sz="2316">
                      <a:cs typeface="Times New Roman" panose="02020603050405020304" pitchFamily="18" charset="0"/>
                    </a:rPr>
                    <a:t>0.25</a:t>
                  </a:r>
                  <a:endParaRPr kumimoji="1" lang="en-US" altLang="en-US" sz="1323">
                    <a:cs typeface="Times New Roman" panose="02020603050405020304" pitchFamily="18" charset="0"/>
                  </a:endParaRPr>
                </a:p>
                <a:p>
                  <a:pPr algn="r" eaLnBrk="0" hangingPunct="0"/>
                  <a:endParaRPr kumimoji="1" lang="en-US" altLang="en-US" sz="2316"/>
                </a:p>
              </p:txBody>
            </p:sp>
            <p:sp>
              <p:nvSpPr>
                <p:cNvPr id="85" name="Rectangle 408">
                  <a:extLst>
                    <a:ext uri="{FF2B5EF4-FFF2-40B4-BE49-F238E27FC236}">
                      <a16:creationId xmlns:a16="http://schemas.microsoft.com/office/drawing/2014/main" id="{6AE68F0C-C2C4-CEEF-8792-F3826DBDF29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14" y="2072"/>
                  <a:ext cx="938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>
                          <a:alpha val="50000"/>
                        </a:schemeClr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D" sz="2316"/>
                </a:p>
              </p:txBody>
            </p:sp>
          </p:grpSp>
          <p:grpSp>
            <p:nvGrpSpPr>
              <p:cNvPr id="33" name="Group 411">
                <a:extLst>
                  <a:ext uri="{FF2B5EF4-FFF2-40B4-BE49-F238E27FC236}">
                    <a16:creationId xmlns:a16="http://schemas.microsoft.com/office/drawing/2014/main" id="{2460F247-3357-F642-951D-56BC3A071CB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152" y="2072"/>
                <a:ext cx="780" cy="518"/>
                <a:chOff x="2152" y="2072"/>
                <a:chExt cx="780" cy="518"/>
              </a:xfrm>
            </p:grpSpPr>
            <p:sp>
              <p:nvSpPr>
                <p:cNvPr id="82" name="Rectangle 347">
                  <a:extLst>
                    <a:ext uri="{FF2B5EF4-FFF2-40B4-BE49-F238E27FC236}">
                      <a16:creationId xmlns:a16="http://schemas.microsoft.com/office/drawing/2014/main" id="{BD5F8D5E-B5D2-145A-9B35-264A0EC8E73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95" y="2072"/>
                  <a:ext cx="694" cy="51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>
                          <a:alpha val="50000"/>
                        </a:schemeClr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ctr"/>
                  <a:r>
                    <a:rPr kumimoji="1" lang="en-US" altLang="en-US" sz="2316">
                      <a:cs typeface="Times New Roman" panose="02020603050405020304" pitchFamily="18" charset="0"/>
                    </a:rPr>
                    <a:t>1/6</a:t>
                  </a:r>
                  <a:endParaRPr kumimoji="1" lang="en-US" altLang="en-US" sz="1323">
                    <a:cs typeface="Times New Roman" panose="02020603050405020304" pitchFamily="18" charset="0"/>
                  </a:endParaRPr>
                </a:p>
                <a:p>
                  <a:pPr algn="ctr" eaLnBrk="0" hangingPunct="0"/>
                  <a:endParaRPr kumimoji="1" lang="en-US" altLang="en-US" sz="2316"/>
                </a:p>
              </p:txBody>
            </p:sp>
            <p:sp>
              <p:nvSpPr>
                <p:cNvPr id="83" name="Rectangle 410">
                  <a:extLst>
                    <a:ext uri="{FF2B5EF4-FFF2-40B4-BE49-F238E27FC236}">
                      <a16:creationId xmlns:a16="http://schemas.microsoft.com/office/drawing/2014/main" id="{FC9FC0D8-9400-8CDE-997C-53155000D80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52" y="2072"/>
                  <a:ext cx="780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>
                          <a:alpha val="50000"/>
                        </a:schemeClr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D" sz="2316"/>
                </a:p>
              </p:txBody>
            </p:sp>
          </p:grpSp>
          <p:grpSp>
            <p:nvGrpSpPr>
              <p:cNvPr id="34" name="Group 413">
                <a:extLst>
                  <a:ext uri="{FF2B5EF4-FFF2-40B4-BE49-F238E27FC236}">
                    <a16:creationId xmlns:a16="http://schemas.microsoft.com/office/drawing/2014/main" id="{06FD2D65-9E94-CF7F-ABEB-CF9CDD78918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932" y="2072"/>
                <a:ext cx="802" cy="518"/>
                <a:chOff x="2932" y="2072"/>
                <a:chExt cx="802" cy="518"/>
              </a:xfrm>
            </p:grpSpPr>
            <p:sp>
              <p:nvSpPr>
                <p:cNvPr id="80" name="Rectangle 348">
                  <a:extLst>
                    <a:ext uri="{FF2B5EF4-FFF2-40B4-BE49-F238E27FC236}">
                      <a16:creationId xmlns:a16="http://schemas.microsoft.com/office/drawing/2014/main" id="{B4F48805-ADA4-A6B7-74C2-B2FEACEEFDA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75" y="2072"/>
                  <a:ext cx="716" cy="51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>
                          <a:alpha val="50000"/>
                        </a:schemeClr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r"/>
                  <a:r>
                    <a:rPr kumimoji="1" lang="en-US" altLang="en-US" sz="2316">
                      <a:cs typeface="Times New Roman" panose="02020603050405020304" pitchFamily="18" charset="0"/>
                    </a:rPr>
                    <a:t>0.042</a:t>
                  </a:r>
                  <a:endParaRPr kumimoji="1" lang="en-US" altLang="en-US" sz="1323">
                    <a:cs typeface="Times New Roman" panose="02020603050405020304" pitchFamily="18" charset="0"/>
                  </a:endParaRPr>
                </a:p>
                <a:p>
                  <a:pPr algn="r" eaLnBrk="0" hangingPunct="0"/>
                  <a:endParaRPr kumimoji="1" lang="en-US" altLang="en-US" sz="2316"/>
                </a:p>
              </p:txBody>
            </p:sp>
            <p:sp>
              <p:nvSpPr>
                <p:cNvPr id="81" name="Rectangle 412">
                  <a:extLst>
                    <a:ext uri="{FF2B5EF4-FFF2-40B4-BE49-F238E27FC236}">
                      <a16:creationId xmlns:a16="http://schemas.microsoft.com/office/drawing/2014/main" id="{748B7A38-2A4B-273A-1896-28F524830C2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32" y="2072"/>
                  <a:ext cx="802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>
                          <a:alpha val="50000"/>
                        </a:schemeClr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D" sz="2316"/>
                </a:p>
              </p:txBody>
            </p:sp>
          </p:grpSp>
          <p:grpSp>
            <p:nvGrpSpPr>
              <p:cNvPr id="35" name="Group 415">
                <a:extLst>
                  <a:ext uri="{FF2B5EF4-FFF2-40B4-BE49-F238E27FC236}">
                    <a16:creationId xmlns:a16="http://schemas.microsoft.com/office/drawing/2014/main" id="{0B1ABB02-5345-48D1-D680-1BD67EDBB13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2590"/>
                <a:ext cx="468" cy="518"/>
                <a:chOff x="0" y="2590"/>
                <a:chExt cx="468" cy="518"/>
              </a:xfrm>
            </p:grpSpPr>
            <p:sp>
              <p:nvSpPr>
                <p:cNvPr id="78" name="Rectangle 349">
                  <a:extLst>
                    <a:ext uri="{FF2B5EF4-FFF2-40B4-BE49-F238E27FC236}">
                      <a16:creationId xmlns:a16="http://schemas.microsoft.com/office/drawing/2014/main" id="{89311092-8DCE-4826-FCD8-382E32B6989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" y="2590"/>
                  <a:ext cx="382" cy="51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>
                          <a:alpha val="50000"/>
                        </a:schemeClr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kumimoji="1" lang="en-US" altLang="en-US" sz="2316">
                      <a:cs typeface="Times New Roman" panose="02020603050405020304" pitchFamily="18" charset="0"/>
                    </a:rPr>
                    <a:t>5</a:t>
                  </a:r>
                  <a:endParaRPr kumimoji="1" lang="en-US" altLang="en-US" sz="1323">
                    <a:cs typeface="Times New Roman" panose="02020603050405020304" pitchFamily="18" charset="0"/>
                  </a:endParaRPr>
                </a:p>
                <a:p>
                  <a:pPr eaLnBrk="0" hangingPunct="0"/>
                  <a:endParaRPr kumimoji="1" lang="en-US" altLang="en-US" sz="2316"/>
                </a:p>
              </p:txBody>
            </p:sp>
            <p:sp>
              <p:nvSpPr>
                <p:cNvPr id="79" name="Rectangle 414">
                  <a:extLst>
                    <a:ext uri="{FF2B5EF4-FFF2-40B4-BE49-F238E27FC236}">
                      <a16:creationId xmlns:a16="http://schemas.microsoft.com/office/drawing/2014/main" id="{872B05EA-2686-39C4-F8DC-2E5C610D3B2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2590"/>
                  <a:ext cx="468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>
                          <a:alpha val="50000"/>
                        </a:schemeClr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D" sz="2316"/>
                </a:p>
              </p:txBody>
            </p:sp>
          </p:grpSp>
          <p:grpSp>
            <p:nvGrpSpPr>
              <p:cNvPr id="36" name="Group 417">
                <a:extLst>
                  <a:ext uri="{FF2B5EF4-FFF2-40B4-BE49-F238E27FC236}">
                    <a16:creationId xmlns:a16="http://schemas.microsoft.com/office/drawing/2014/main" id="{C440AFF5-C568-8468-7EDC-6CEB43D7F74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8" y="2590"/>
                <a:ext cx="746" cy="518"/>
                <a:chOff x="468" y="2590"/>
                <a:chExt cx="746" cy="518"/>
              </a:xfrm>
            </p:grpSpPr>
            <p:sp>
              <p:nvSpPr>
                <p:cNvPr id="76" name="Rectangle 350">
                  <a:extLst>
                    <a:ext uri="{FF2B5EF4-FFF2-40B4-BE49-F238E27FC236}">
                      <a16:creationId xmlns:a16="http://schemas.microsoft.com/office/drawing/2014/main" id="{4982579B-651A-53CC-9396-0D2451837D9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11" y="2590"/>
                  <a:ext cx="660" cy="51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>
                          <a:alpha val="50000"/>
                        </a:schemeClr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r"/>
                  <a:r>
                    <a:rPr kumimoji="1" lang="en-US" altLang="en-US" sz="2316">
                      <a:cs typeface="Times New Roman" panose="02020603050405020304" pitchFamily="18" charset="0"/>
                    </a:rPr>
                    <a:t>1.5</a:t>
                  </a:r>
                  <a:endParaRPr kumimoji="1" lang="en-US" altLang="en-US" sz="1323">
                    <a:cs typeface="Times New Roman" panose="02020603050405020304" pitchFamily="18" charset="0"/>
                  </a:endParaRPr>
                </a:p>
                <a:p>
                  <a:pPr algn="r" eaLnBrk="0" hangingPunct="0"/>
                  <a:endParaRPr kumimoji="1" lang="en-US" altLang="en-US" sz="2316"/>
                </a:p>
              </p:txBody>
            </p:sp>
            <p:sp>
              <p:nvSpPr>
                <p:cNvPr id="77" name="Rectangle 416">
                  <a:extLst>
                    <a:ext uri="{FF2B5EF4-FFF2-40B4-BE49-F238E27FC236}">
                      <a16:creationId xmlns:a16="http://schemas.microsoft.com/office/drawing/2014/main" id="{739ACF7A-33FB-3251-2991-5302839626F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68" y="2590"/>
                  <a:ext cx="746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>
                          <a:alpha val="50000"/>
                        </a:schemeClr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D" sz="2316"/>
                </a:p>
              </p:txBody>
            </p:sp>
          </p:grpSp>
          <p:grpSp>
            <p:nvGrpSpPr>
              <p:cNvPr id="37" name="Group 419">
                <a:extLst>
                  <a:ext uri="{FF2B5EF4-FFF2-40B4-BE49-F238E27FC236}">
                    <a16:creationId xmlns:a16="http://schemas.microsoft.com/office/drawing/2014/main" id="{6C916A55-170E-25C2-436A-7E1988DB597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214" y="2590"/>
                <a:ext cx="938" cy="518"/>
                <a:chOff x="1214" y="2590"/>
                <a:chExt cx="938" cy="518"/>
              </a:xfrm>
            </p:grpSpPr>
            <p:sp>
              <p:nvSpPr>
                <p:cNvPr id="74" name="Rectangle 351">
                  <a:extLst>
                    <a:ext uri="{FF2B5EF4-FFF2-40B4-BE49-F238E27FC236}">
                      <a16:creationId xmlns:a16="http://schemas.microsoft.com/office/drawing/2014/main" id="{1B03C23B-D142-FC31-E424-09F68F054E8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57" y="2590"/>
                  <a:ext cx="852" cy="51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>
                          <a:alpha val="50000"/>
                        </a:schemeClr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r"/>
                  <a:r>
                    <a:rPr kumimoji="1" lang="en-US" altLang="en-US" sz="2316">
                      <a:cs typeface="Times New Roman" panose="02020603050405020304" pitchFamily="18" charset="0"/>
                    </a:rPr>
                    <a:t>2.25</a:t>
                  </a:r>
                  <a:endParaRPr kumimoji="1" lang="en-US" altLang="en-US" sz="1323">
                    <a:cs typeface="Times New Roman" panose="02020603050405020304" pitchFamily="18" charset="0"/>
                  </a:endParaRPr>
                </a:p>
                <a:p>
                  <a:pPr algn="r" eaLnBrk="0" hangingPunct="0"/>
                  <a:endParaRPr kumimoji="1" lang="en-US" altLang="en-US" sz="2316"/>
                </a:p>
              </p:txBody>
            </p:sp>
            <p:sp>
              <p:nvSpPr>
                <p:cNvPr id="75" name="Rectangle 418">
                  <a:extLst>
                    <a:ext uri="{FF2B5EF4-FFF2-40B4-BE49-F238E27FC236}">
                      <a16:creationId xmlns:a16="http://schemas.microsoft.com/office/drawing/2014/main" id="{D89936C5-F72E-FEA6-D380-ABE049E40B4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14" y="2590"/>
                  <a:ext cx="938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>
                          <a:alpha val="50000"/>
                        </a:schemeClr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D" sz="2316"/>
                </a:p>
              </p:txBody>
            </p:sp>
          </p:grpSp>
          <p:grpSp>
            <p:nvGrpSpPr>
              <p:cNvPr id="38" name="Group 421">
                <a:extLst>
                  <a:ext uri="{FF2B5EF4-FFF2-40B4-BE49-F238E27FC236}">
                    <a16:creationId xmlns:a16="http://schemas.microsoft.com/office/drawing/2014/main" id="{97A1A65B-70B8-9057-C00D-4D81784AA60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152" y="2590"/>
                <a:ext cx="780" cy="518"/>
                <a:chOff x="2152" y="2590"/>
                <a:chExt cx="780" cy="518"/>
              </a:xfrm>
            </p:grpSpPr>
            <p:sp>
              <p:nvSpPr>
                <p:cNvPr id="72" name="Rectangle 352">
                  <a:extLst>
                    <a:ext uri="{FF2B5EF4-FFF2-40B4-BE49-F238E27FC236}">
                      <a16:creationId xmlns:a16="http://schemas.microsoft.com/office/drawing/2014/main" id="{E456D356-804E-12E7-E780-9D95389D4CD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95" y="2590"/>
                  <a:ext cx="694" cy="51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>
                          <a:alpha val="50000"/>
                        </a:schemeClr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ctr"/>
                  <a:r>
                    <a:rPr kumimoji="1" lang="en-US" altLang="en-US" sz="2316">
                      <a:cs typeface="Times New Roman" panose="02020603050405020304" pitchFamily="18" charset="0"/>
                    </a:rPr>
                    <a:t>1/6</a:t>
                  </a:r>
                  <a:endParaRPr kumimoji="1" lang="en-US" altLang="en-US" sz="1323">
                    <a:cs typeface="Times New Roman" panose="02020603050405020304" pitchFamily="18" charset="0"/>
                  </a:endParaRPr>
                </a:p>
                <a:p>
                  <a:pPr algn="ctr" eaLnBrk="0" hangingPunct="0"/>
                  <a:endParaRPr kumimoji="1" lang="en-US" altLang="en-US" sz="2316"/>
                </a:p>
              </p:txBody>
            </p:sp>
            <p:sp>
              <p:nvSpPr>
                <p:cNvPr id="73" name="Rectangle 420">
                  <a:extLst>
                    <a:ext uri="{FF2B5EF4-FFF2-40B4-BE49-F238E27FC236}">
                      <a16:creationId xmlns:a16="http://schemas.microsoft.com/office/drawing/2014/main" id="{02E2818D-588F-46C6-5DCA-F7CE3069F0E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52" y="2590"/>
                  <a:ext cx="780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>
                          <a:alpha val="50000"/>
                        </a:schemeClr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D" sz="2316"/>
                </a:p>
              </p:txBody>
            </p:sp>
          </p:grpSp>
          <p:grpSp>
            <p:nvGrpSpPr>
              <p:cNvPr id="39" name="Group 423">
                <a:extLst>
                  <a:ext uri="{FF2B5EF4-FFF2-40B4-BE49-F238E27FC236}">
                    <a16:creationId xmlns:a16="http://schemas.microsoft.com/office/drawing/2014/main" id="{3B86124C-963F-7A44-9093-5B31E1FFDEE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932" y="2590"/>
                <a:ext cx="802" cy="518"/>
                <a:chOff x="2932" y="2590"/>
                <a:chExt cx="802" cy="518"/>
              </a:xfrm>
            </p:grpSpPr>
            <p:sp>
              <p:nvSpPr>
                <p:cNvPr id="70" name="Rectangle 353">
                  <a:extLst>
                    <a:ext uri="{FF2B5EF4-FFF2-40B4-BE49-F238E27FC236}">
                      <a16:creationId xmlns:a16="http://schemas.microsoft.com/office/drawing/2014/main" id="{5ACF0739-E970-6137-FD74-0E3FEFD58B4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75" y="2590"/>
                  <a:ext cx="716" cy="51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>
                          <a:alpha val="50000"/>
                        </a:schemeClr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r"/>
                  <a:r>
                    <a:rPr kumimoji="1" lang="en-US" altLang="en-US" sz="2316">
                      <a:cs typeface="Times New Roman" panose="02020603050405020304" pitchFamily="18" charset="0"/>
                    </a:rPr>
                    <a:t>0.375</a:t>
                  </a:r>
                  <a:endParaRPr kumimoji="1" lang="en-US" altLang="en-US" sz="1323">
                    <a:cs typeface="Times New Roman" panose="02020603050405020304" pitchFamily="18" charset="0"/>
                  </a:endParaRPr>
                </a:p>
                <a:p>
                  <a:pPr algn="r" eaLnBrk="0" hangingPunct="0"/>
                  <a:endParaRPr kumimoji="1" lang="en-US" altLang="en-US" sz="2316"/>
                </a:p>
              </p:txBody>
            </p:sp>
            <p:sp>
              <p:nvSpPr>
                <p:cNvPr id="71" name="Rectangle 422">
                  <a:extLst>
                    <a:ext uri="{FF2B5EF4-FFF2-40B4-BE49-F238E27FC236}">
                      <a16:creationId xmlns:a16="http://schemas.microsoft.com/office/drawing/2014/main" id="{607AB7B6-78D9-C32E-0310-8F34209FE36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32" y="2590"/>
                  <a:ext cx="802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>
                          <a:alpha val="50000"/>
                        </a:schemeClr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D" sz="2316"/>
                </a:p>
              </p:txBody>
            </p:sp>
          </p:grpSp>
          <p:grpSp>
            <p:nvGrpSpPr>
              <p:cNvPr id="40" name="Group 425">
                <a:extLst>
                  <a:ext uri="{FF2B5EF4-FFF2-40B4-BE49-F238E27FC236}">
                    <a16:creationId xmlns:a16="http://schemas.microsoft.com/office/drawing/2014/main" id="{63B24AA7-D153-1F52-96A2-3A0900BE8B4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3108"/>
                <a:ext cx="468" cy="518"/>
                <a:chOff x="0" y="3108"/>
                <a:chExt cx="468" cy="518"/>
              </a:xfrm>
            </p:grpSpPr>
            <p:sp>
              <p:nvSpPr>
                <p:cNvPr id="68" name="Rectangle 354">
                  <a:extLst>
                    <a:ext uri="{FF2B5EF4-FFF2-40B4-BE49-F238E27FC236}">
                      <a16:creationId xmlns:a16="http://schemas.microsoft.com/office/drawing/2014/main" id="{BBBA87A7-A3A0-DF8F-76F8-2AEF188D484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" y="3108"/>
                  <a:ext cx="382" cy="51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>
                          <a:alpha val="50000"/>
                        </a:schemeClr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kumimoji="1" lang="en-US" altLang="en-US" sz="2316">
                      <a:cs typeface="Times New Roman" panose="02020603050405020304" pitchFamily="18" charset="0"/>
                    </a:rPr>
                    <a:t>6</a:t>
                  </a:r>
                  <a:endParaRPr kumimoji="1" lang="en-US" altLang="en-US" sz="1323">
                    <a:cs typeface="Times New Roman" panose="02020603050405020304" pitchFamily="18" charset="0"/>
                  </a:endParaRPr>
                </a:p>
                <a:p>
                  <a:pPr eaLnBrk="0" hangingPunct="0"/>
                  <a:endParaRPr kumimoji="1" lang="en-US" altLang="en-US" sz="2316"/>
                </a:p>
              </p:txBody>
            </p:sp>
            <p:sp>
              <p:nvSpPr>
                <p:cNvPr id="69" name="Rectangle 424">
                  <a:extLst>
                    <a:ext uri="{FF2B5EF4-FFF2-40B4-BE49-F238E27FC236}">
                      <a16:creationId xmlns:a16="http://schemas.microsoft.com/office/drawing/2014/main" id="{F9115DD6-4F8C-AACA-0B88-E9608E04249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3108"/>
                  <a:ext cx="468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>
                          <a:alpha val="50000"/>
                        </a:schemeClr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D" sz="2316"/>
                </a:p>
              </p:txBody>
            </p:sp>
          </p:grpSp>
          <p:grpSp>
            <p:nvGrpSpPr>
              <p:cNvPr id="41" name="Group 427">
                <a:extLst>
                  <a:ext uri="{FF2B5EF4-FFF2-40B4-BE49-F238E27FC236}">
                    <a16:creationId xmlns:a16="http://schemas.microsoft.com/office/drawing/2014/main" id="{65211369-609D-8623-A571-E30E8EE3F5D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8" y="3108"/>
                <a:ext cx="746" cy="518"/>
                <a:chOff x="468" y="3108"/>
                <a:chExt cx="746" cy="518"/>
              </a:xfrm>
            </p:grpSpPr>
            <p:sp>
              <p:nvSpPr>
                <p:cNvPr id="66" name="Rectangle 355">
                  <a:extLst>
                    <a:ext uri="{FF2B5EF4-FFF2-40B4-BE49-F238E27FC236}">
                      <a16:creationId xmlns:a16="http://schemas.microsoft.com/office/drawing/2014/main" id="{DF82643D-E99F-1E91-A7C2-6D4078C48CA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11" y="3108"/>
                  <a:ext cx="660" cy="51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>
                          <a:alpha val="50000"/>
                        </a:schemeClr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r"/>
                  <a:r>
                    <a:rPr kumimoji="1" lang="en-US" altLang="en-US" sz="2316">
                      <a:cs typeface="Times New Roman" panose="02020603050405020304" pitchFamily="18" charset="0"/>
                    </a:rPr>
                    <a:t>2.5</a:t>
                  </a:r>
                  <a:endParaRPr kumimoji="1" lang="en-US" altLang="en-US" sz="1323">
                    <a:cs typeface="Times New Roman" panose="02020603050405020304" pitchFamily="18" charset="0"/>
                  </a:endParaRPr>
                </a:p>
                <a:p>
                  <a:pPr algn="r" eaLnBrk="0" hangingPunct="0"/>
                  <a:endParaRPr kumimoji="1" lang="en-US" altLang="en-US" sz="2316"/>
                </a:p>
              </p:txBody>
            </p:sp>
            <p:sp>
              <p:nvSpPr>
                <p:cNvPr id="67" name="Rectangle 426">
                  <a:extLst>
                    <a:ext uri="{FF2B5EF4-FFF2-40B4-BE49-F238E27FC236}">
                      <a16:creationId xmlns:a16="http://schemas.microsoft.com/office/drawing/2014/main" id="{AA09AA45-F8FC-B661-15DB-8985F3112C4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68" y="3108"/>
                  <a:ext cx="746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>
                          <a:alpha val="50000"/>
                        </a:schemeClr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D" sz="2316"/>
                </a:p>
              </p:txBody>
            </p:sp>
          </p:grpSp>
          <p:grpSp>
            <p:nvGrpSpPr>
              <p:cNvPr id="42" name="Group 429">
                <a:extLst>
                  <a:ext uri="{FF2B5EF4-FFF2-40B4-BE49-F238E27FC236}">
                    <a16:creationId xmlns:a16="http://schemas.microsoft.com/office/drawing/2014/main" id="{3C17EDD4-C623-0BD7-7EA5-B4FD509B67D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214" y="3108"/>
                <a:ext cx="938" cy="518"/>
                <a:chOff x="1214" y="3108"/>
                <a:chExt cx="938" cy="518"/>
              </a:xfrm>
            </p:grpSpPr>
            <p:sp>
              <p:nvSpPr>
                <p:cNvPr id="64" name="Rectangle 356">
                  <a:extLst>
                    <a:ext uri="{FF2B5EF4-FFF2-40B4-BE49-F238E27FC236}">
                      <a16:creationId xmlns:a16="http://schemas.microsoft.com/office/drawing/2014/main" id="{27924841-1D81-23B1-F830-D3980187B11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57" y="3108"/>
                  <a:ext cx="852" cy="51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>
                          <a:alpha val="50000"/>
                        </a:schemeClr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r"/>
                  <a:r>
                    <a:rPr kumimoji="1" lang="en-US" altLang="en-US" sz="2316">
                      <a:cs typeface="Times New Roman" panose="02020603050405020304" pitchFamily="18" charset="0"/>
                    </a:rPr>
                    <a:t>6.25</a:t>
                  </a:r>
                  <a:endParaRPr kumimoji="1" lang="en-US" altLang="en-US" sz="1323">
                    <a:cs typeface="Times New Roman" panose="02020603050405020304" pitchFamily="18" charset="0"/>
                  </a:endParaRPr>
                </a:p>
                <a:p>
                  <a:pPr algn="r" eaLnBrk="0" hangingPunct="0"/>
                  <a:endParaRPr kumimoji="1" lang="en-US" altLang="en-US" sz="2316"/>
                </a:p>
              </p:txBody>
            </p:sp>
            <p:sp>
              <p:nvSpPr>
                <p:cNvPr id="65" name="Rectangle 428">
                  <a:extLst>
                    <a:ext uri="{FF2B5EF4-FFF2-40B4-BE49-F238E27FC236}">
                      <a16:creationId xmlns:a16="http://schemas.microsoft.com/office/drawing/2014/main" id="{206466F9-9D19-C2DD-F3A2-417A9E9F8CE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14" y="3108"/>
                  <a:ext cx="938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>
                          <a:alpha val="50000"/>
                        </a:schemeClr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D" sz="2316"/>
                </a:p>
              </p:txBody>
            </p:sp>
          </p:grpSp>
          <p:grpSp>
            <p:nvGrpSpPr>
              <p:cNvPr id="43" name="Group 431">
                <a:extLst>
                  <a:ext uri="{FF2B5EF4-FFF2-40B4-BE49-F238E27FC236}">
                    <a16:creationId xmlns:a16="http://schemas.microsoft.com/office/drawing/2014/main" id="{34D2F16C-B6C7-3226-06EC-83133B19DB7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152" y="3108"/>
                <a:ext cx="780" cy="518"/>
                <a:chOff x="2152" y="3108"/>
                <a:chExt cx="780" cy="518"/>
              </a:xfrm>
            </p:grpSpPr>
            <p:sp>
              <p:nvSpPr>
                <p:cNvPr id="62" name="Rectangle 357">
                  <a:extLst>
                    <a:ext uri="{FF2B5EF4-FFF2-40B4-BE49-F238E27FC236}">
                      <a16:creationId xmlns:a16="http://schemas.microsoft.com/office/drawing/2014/main" id="{0CEDCF60-7104-1171-2D75-58574E00F6B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95" y="3108"/>
                  <a:ext cx="694" cy="51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>
                          <a:alpha val="50000"/>
                        </a:schemeClr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ctr"/>
                  <a:r>
                    <a:rPr kumimoji="1" lang="en-US" altLang="en-US" sz="2316">
                      <a:cs typeface="Times New Roman" panose="02020603050405020304" pitchFamily="18" charset="0"/>
                    </a:rPr>
                    <a:t>1/6</a:t>
                  </a:r>
                  <a:endParaRPr kumimoji="1" lang="en-US" altLang="en-US" sz="1323">
                    <a:cs typeface="Times New Roman" panose="02020603050405020304" pitchFamily="18" charset="0"/>
                  </a:endParaRPr>
                </a:p>
                <a:p>
                  <a:pPr algn="ctr" eaLnBrk="0" hangingPunct="0"/>
                  <a:endParaRPr kumimoji="1" lang="en-US" altLang="en-US" sz="2316"/>
                </a:p>
              </p:txBody>
            </p:sp>
            <p:sp>
              <p:nvSpPr>
                <p:cNvPr id="63" name="Rectangle 430">
                  <a:extLst>
                    <a:ext uri="{FF2B5EF4-FFF2-40B4-BE49-F238E27FC236}">
                      <a16:creationId xmlns:a16="http://schemas.microsoft.com/office/drawing/2014/main" id="{9A348C88-95B3-863B-13D9-87D8AAD1696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52" y="3108"/>
                  <a:ext cx="780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>
                          <a:alpha val="50000"/>
                        </a:schemeClr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D" sz="2316"/>
                </a:p>
              </p:txBody>
            </p:sp>
          </p:grpSp>
          <p:grpSp>
            <p:nvGrpSpPr>
              <p:cNvPr id="44" name="Group 433">
                <a:extLst>
                  <a:ext uri="{FF2B5EF4-FFF2-40B4-BE49-F238E27FC236}">
                    <a16:creationId xmlns:a16="http://schemas.microsoft.com/office/drawing/2014/main" id="{30CDB981-106C-4F63-5641-92EB9800ECA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932" y="3108"/>
                <a:ext cx="802" cy="518"/>
                <a:chOff x="2932" y="3108"/>
                <a:chExt cx="802" cy="518"/>
              </a:xfrm>
            </p:grpSpPr>
            <p:sp>
              <p:nvSpPr>
                <p:cNvPr id="60" name="Rectangle 358">
                  <a:extLst>
                    <a:ext uri="{FF2B5EF4-FFF2-40B4-BE49-F238E27FC236}">
                      <a16:creationId xmlns:a16="http://schemas.microsoft.com/office/drawing/2014/main" id="{7D5FA3F6-BBF1-532C-E867-AA46018C7EE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75" y="3108"/>
                  <a:ext cx="716" cy="51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>
                          <a:alpha val="50000"/>
                        </a:schemeClr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r"/>
                  <a:r>
                    <a:rPr kumimoji="1" lang="en-US" altLang="en-US" sz="2316">
                      <a:cs typeface="Times New Roman" panose="02020603050405020304" pitchFamily="18" charset="0"/>
                    </a:rPr>
                    <a:t>1.042</a:t>
                  </a:r>
                  <a:endParaRPr kumimoji="1" lang="en-US" altLang="en-US" sz="1323">
                    <a:cs typeface="Times New Roman" panose="02020603050405020304" pitchFamily="18" charset="0"/>
                  </a:endParaRPr>
                </a:p>
                <a:p>
                  <a:pPr algn="r" eaLnBrk="0" hangingPunct="0"/>
                  <a:endParaRPr kumimoji="1" lang="en-US" altLang="en-US" sz="2316"/>
                </a:p>
              </p:txBody>
            </p:sp>
            <p:sp>
              <p:nvSpPr>
                <p:cNvPr id="61" name="Rectangle 432">
                  <a:extLst>
                    <a:ext uri="{FF2B5EF4-FFF2-40B4-BE49-F238E27FC236}">
                      <a16:creationId xmlns:a16="http://schemas.microsoft.com/office/drawing/2014/main" id="{09F3C0F8-240F-A9D2-79FA-4A38476E757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32" y="3108"/>
                  <a:ext cx="802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>
                          <a:alpha val="50000"/>
                        </a:schemeClr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D" sz="2316"/>
                </a:p>
              </p:txBody>
            </p:sp>
          </p:grpSp>
          <p:grpSp>
            <p:nvGrpSpPr>
              <p:cNvPr id="45" name="Group 435">
                <a:extLst>
                  <a:ext uri="{FF2B5EF4-FFF2-40B4-BE49-F238E27FC236}">
                    <a16:creationId xmlns:a16="http://schemas.microsoft.com/office/drawing/2014/main" id="{2966E1DA-42AC-1033-0CF3-E13D92E6CB8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3626"/>
                <a:ext cx="468" cy="518"/>
                <a:chOff x="0" y="3626"/>
                <a:chExt cx="468" cy="518"/>
              </a:xfrm>
            </p:grpSpPr>
            <p:sp>
              <p:nvSpPr>
                <p:cNvPr id="58" name="Rectangle 359">
                  <a:extLst>
                    <a:ext uri="{FF2B5EF4-FFF2-40B4-BE49-F238E27FC236}">
                      <a16:creationId xmlns:a16="http://schemas.microsoft.com/office/drawing/2014/main" id="{2BC11BCA-3FD6-A294-986F-B00FE6B1FDC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" y="3626"/>
                  <a:ext cx="382" cy="51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>
                          <a:alpha val="50000"/>
                        </a:schemeClr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kumimoji="1" lang="en-US" altLang="en-US" sz="2316">
                      <a:cs typeface="Times New Roman" panose="02020603050405020304" pitchFamily="18" charset="0"/>
                    </a:rPr>
                    <a:t>Tot</a:t>
                  </a:r>
                  <a:endParaRPr kumimoji="1" lang="en-US" altLang="en-US" sz="1323">
                    <a:cs typeface="Times New Roman" panose="02020603050405020304" pitchFamily="18" charset="0"/>
                  </a:endParaRPr>
                </a:p>
                <a:p>
                  <a:pPr eaLnBrk="0" hangingPunct="0"/>
                  <a:endParaRPr kumimoji="1" lang="en-US" altLang="en-US" sz="2316"/>
                </a:p>
              </p:txBody>
            </p:sp>
            <p:sp>
              <p:nvSpPr>
                <p:cNvPr id="59" name="Rectangle 434">
                  <a:extLst>
                    <a:ext uri="{FF2B5EF4-FFF2-40B4-BE49-F238E27FC236}">
                      <a16:creationId xmlns:a16="http://schemas.microsoft.com/office/drawing/2014/main" id="{8C02470A-DEDB-B229-0E15-1E1B8946760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3626"/>
                  <a:ext cx="468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>
                          <a:alpha val="50000"/>
                        </a:schemeClr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D" sz="2316"/>
                </a:p>
              </p:txBody>
            </p:sp>
          </p:grpSp>
          <p:grpSp>
            <p:nvGrpSpPr>
              <p:cNvPr id="46" name="Group 437">
                <a:extLst>
                  <a:ext uri="{FF2B5EF4-FFF2-40B4-BE49-F238E27FC236}">
                    <a16:creationId xmlns:a16="http://schemas.microsoft.com/office/drawing/2014/main" id="{12D50508-28E4-DA3D-D203-E017B05CB82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8" y="3626"/>
                <a:ext cx="746" cy="518"/>
                <a:chOff x="468" y="3626"/>
                <a:chExt cx="746" cy="518"/>
              </a:xfrm>
            </p:grpSpPr>
            <p:sp>
              <p:nvSpPr>
                <p:cNvPr id="56" name="Rectangle 360">
                  <a:extLst>
                    <a:ext uri="{FF2B5EF4-FFF2-40B4-BE49-F238E27FC236}">
                      <a16:creationId xmlns:a16="http://schemas.microsoft.com/office/drawing/2014/main" id="{C5EBAA68-04E3-3D35-5B85-CBF2F079E44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11" y="3626"/>
                  <a:ext cx="660" cy="51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>
                          <a:alpha val="50000"/>
                        </a:schemeClr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r"/>
                  <a:r>
                    <a:rPr kumimoji="1" lang="en-US" altLang="en-US" sz="1323">
                      <a:cs typeface="Times New Roman" panose="02020603050405020304" pitchFamily="18" charset="0"/>
                    </a:rPr>
                    <a:t> </a:t>
                  </a:r>
                </a:p>
                <a:p>
                  <a:pPr algn="r" eaLnBrk="0" hangingPunct="0"/>
                  <a:endParaRPr kumimoji="1" lang="en-US" altLang="en-US" sz="2316"/>
                </a:p>
              </p:txBody>
            </p:sp>
            <p:sp>
              <p:nvSpPr>
                <p:cNvPr id="57" name="Rectangle 436">
                  <a:extLst>
                    <a:ext uri="{FF2B5EF4-FFF2-40B4-BE49-F238E27FC236}">
                      <a16:creationId xmlns:a16="http://schemas.microsoft.com/office/drawing/2014/main" id="{CE6BE4BE-582C-6F06-099A-79A4C47537B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68" y="3626"/>
                  <a:ext cx="746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>
                          <a:alpha val="50000"/>
                        </a:schemeClr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D" sz="2316"/>
                </a:p>
              </p:txBody>
            </p:sp>
          </p:grpSp>
          <p:grpSp>
            <p:nvGrpSpPr>
              <p:cNvPr id="47" name="Group 439">
                <a:extLst>
                  <a:ext uri="{FF2B5EF4-FFF2-40B4-BE49-F238E27FC236}">
                    <a16:creationId xmlns:a16="http://schemas.microsoft.com/office/drawing/2014/main" id="{7DD7438C-6F2E-6B7A-B5B4-77CBDEDEB06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214" y="3626"/>
                <a:ext cx="938" cy="518"/>
                <a:chOff x="1214" y="3626"/>
                <a:chExt cx="938" cy="518"/>
              </a:xfrm>
            </p:grpSpPr>
            <p:sp>
              <p:nvSpPr>
                <p:cNvPr id="54" name="Rectangle 361">
                  <a:extLst>
                    <a:ext uri="{FF2B5EF4-FFF2-40B4-BE49-F238E27FC236}">
                      <a16:creationId xmlns:a16="http://schemas.microsoft.com/office/drawing/2014/main" id="{B2024616-BA84-FA66-CD50-C43895A0D42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57" y="3626"/>
                  <a:ext cx="852" cy="51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>
                          <a:alpha val="50000"/>
                        </a:schemeClr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r"/>
                  <a:r>
                    <a:rPr kumimoji="1" lang="en-US" altLang="en-US" sz="1323">
                      <a:cs typeface="Times New Roman" panose="02020603050405020304" pitchFamily="18" charset="0"/>
                    </a:rPr>
                    <a:t> </a:t>
                  </a:r>
                </a:p>
                <a:p>
                  <a:pPr algn="r" eaLnBrk="0" hangingPunct="0"/>
                  <a:endParaRPr kumimoji="1" lang="en-US" altLang="en-US" sz="2316"/>
                </a:p>
              </p:txBody>
            </p:sp>
            <p:sp>
              <p:nvSpPr>
                <p:cNvPr id="55" name="Rectangle 438">
                  <a:extLst>
                    <a:ext uri="{FF2B5EF4-FFF2-40B4-BE49-F238E27FC236}">
                      <a16:creationId xmlns:a16="http://schemas.microsoft.com/office/drawing/2014/main" id="{163328E5-F562-4FBA-4942-3753C601A79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14" y="3626"/>
                  <a:ext cx="938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>
                          <a:alpha val="50000"/>
                        </a:schemeClr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D" sz="2316"/>
                </a:p>
              </p:txBody>
            </p:sp>
          </p:grpSp>
          <p:grpSp>
            <p:nvGrpSpPr>
              <p:cNvPr id="48" name="Group 441">
                <a:extLst>
                  <a:ext uri="{FF2B5EF4-FFF2-40B4-BE49-F238E27FC236}">
                    <a16:creationId xmlns:a16="http://schemas.microsoft.com/office/drawing/2014/main" id="{9D77AD2E-40C3-0378-F6C4-2DC53FA71DC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152" y="3626"/>
                <a:ext cx="780" cy="518"/>
                <a:chOff x="2152" y="3626"/>
                <a:chExt cx="780" cy="518"/>
              </a:xfrm>
            </p:grpSpPr>
            <p:sp>
              <p:nvSpPr>
                <p:cNvPr id="52" name="Rectangle 362">
                  <a:extLst>
                    <a:ext uri="{FF2B5EF4-FFF2-40B4-BE49-F238E27FC236}">
                      <a16:creationId xmlns:a16="http://schemas.microsoft.com/office/drawing/2014/main" id="{FFA94401-79F2-B2FF-6590-27F4E41AFB4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95" y="3626"/>
                  <a:ext cx="694" cy="51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>
                          <a:alpha val="50000"/>
                        </a:schemeClr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ctr"/>
                  <a:r>
                    <a:rPr kumimoji="1" lang="en-US" altLang="en-US" sz="1323">
                      <a:cs typeface="Times New Roman" panose="02020603050405020304" pitchFamily="18" charset="0"/>
                    </a:rPr>
                    <a:t> </a:t>
                  </a:r>
                </a:p>
                <a:p>
                  <a:pPr algn="ctr" eaLnBrk="0" hangingPunct="0"/>
                  <a:endParaRPr kumimoji="1" lang="en-US" altLang="en-US" sz="2316"/>
                </a:p>
              </p:txBody>
            </p:sp>
            <p:sp>
              <p:nvSpPr>
                <p:cNvPr id="53" name="Rectangle 440">
                  <a:extLst>
                    <a:ext uri="{FF2B5EF4-FFF2-40B4-BE49-F238E27FC236}">
                      <a16:creationId xmlns:a16="http://schemas.microsoft.com/office/drawing/2014/main" id="{15CA40C2-E0C8-73E0-DE25-999945F1132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52" y="3626"/>
                  <a:ext cx="780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>
                          <a:alpha val="50000"/>
                        </a:schemeClr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D" sz="2316"/>
                </a:p>
              </p:txBody>
            </p:sp>
          </p:grpSp>
          <p:grpSp>
            <p:nvGrpSpPr>
              <p:cNvPr id="49" name="Group 443">
                <a:extLst>
                  <a:ext uri="{FF2B5EF4-FFF2-40B4-BE49-F238E27FC236}">
                    <a16:creationId xmlns:a16="http://schemas.microsoft.com/office/drawing/2014/main" id="{77082AE7-9680-252F-7B30-A226C2E848A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932" y="3626"/>
                <a:ext cx="802" cy="518"/>
                <a:chOff x="2932" y="3626"/>
                <a:chExt cx="802" cy="518"/>
              </a:xfrm>
            </p:grpSpPr>
            <p:sp>
              <p:nvSpPr>
                <p:cNvPr id="50" name="Rectangle 363">
                  <a:extLst>
                    <a:ext uri="{FF2B5EF4-FFF2-40B4-BE49-F238E27FC236}">
                      <a16:creationId xmlns:a16="http://schemas.microsoft.com/office/drawing/2014/main" id="{A755D0E2-024F-ED57-3716-5078CDE4FC2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75" y="3626"/>
                  <a:ext cx="716" cy="51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>
                          <a:alpha val="50000"/>
                        </a:schemeClr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r"/>
                  <a:r>
                    <a:rPr kumimoji="1" lang="en-US" altLang="en-US" sz="2316">
                      <a:cs typeface="Times New Roman" panose="02020603050405020304" pitchFamily="18" charset="0"/>
                    </a:rPr>
                    <a:t>2.918</a:t>
                  </a:r>
                  <a:endParaRPr kumimoji="1" lang="en-US" altLang="en-US" sz="1323">
                    <a:cs typeface="Times New Roman" panose="02020603050405020304" pitchFamily="18" charset="0"/>
                  </a:endParaRPr>
                </a:p>
                <a:p>
                  <a:pPr algn="r" eaLnBrk="0" hangingPunct="0"/>
                  <a:endParaRPr kumimoji="1" lang="en-US" altLang="en-US" sz="2316"/>
                </a:p>
              </p:txBody>
            </p:sp>
            <p:sp>
              <p:nvSpPr>
                <p:cNvPr id="51" name="Rectangle 442">
                  <a:extLst>
                    <a:ext uri="{FF2B5EF4-FFF2-40B4-BE49-F238E27FC236}">
                      <a16:creationId xmlns:a16="http://schemas.microsoft.com/office/drawing/2014/main" id="{FD6D255A-1596-4ECA-5518-89EDBFABD7B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32" y="3626"/>
                  <a:ext cx="802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>
                          <a:alpha val="50000"/>
                        </a:schemeClr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D" sz="2316"/>
                </a:p>
              </p:txBody>
            </p:sp>
          </p:grpSp>
        </p:grpSp>
        <p:sp>
          <p:nvSpPr>
            <p:cNvPr id="9" name="Rectangle 445">
              <a:extLst>
                <a:ext uri="{FF2B5EF4-FFF2-40B4-BE49-F238E27FC236}">
                  <a16:creationId xmlns:a16="http://schemas.microsoft.com/office/drawing/2014/main" id="{5963DFD5-A6DD-CAF1-9053-2756D70CA5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2" y="-2"/>
              <a:ext cx="3738" cy="4148"/>
            </a:xfrm>
            <a:prstGeom prst="rect">
              <a:avLst/>
            </a:prstGeom>
            <a:noFill/>
            <a:ln w="6350">
              <a:solidFill>
                <a:srgbClr val="A0A0A0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>
                      <a:alpha val="50000"/>
                    </a:schemeClr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D" sz="2316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30" name="Rectangle 3">
                <a:extLst>
                  <a:ext uri="{FF2B5EF4-FFF2-40B4-BE49-F238E27FC236}">
                    <a16:creationId xmlns:a16="http://schemas.microsoft.com/office/drawing/2014/main" id="{79AB0032-6FC7-AD6B-8B87-D101CED6BD74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1202782" y="2422163"/>
                <a:ext cx="9630908" cy="783394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ma14="http://schemas.microsoft.com/office/mac/drawingml/2011/main" val="1"/>
                </a:ext>
              </a:extLst>
            </p:spPr>
            <p:txBody>
              <a:bodyPr lIns="50800" tIns="50800" rIns="50800" bIns="50800">
                <a:normAutofit/>
              </a:bodyPr>
              <a:lstStyle>
                <a:lvl1pPr marL="267218" marR="0" indent="-267218" algn="l" defTabSz="1068845" rtl="0" eaLnBrk="1" latinLnBrk="0" hangingPunct="1">
                  <a:lnSpc>
                    <a:spcPct val="90000"/>
                  </a:lnSpc>
                  <a:spcBef>
                    <a:spcPts val="1973"/>
                  </a:spcBef>
                  <a:spcAft>
                    <a:spcPts val="0"/>
                  </a:spcAft>
                  <a:buClrTx/>
                  <a:buSzPct val="123000"/>
                  <a:buFontTx/>
                  <a:buChar char="•"/>
                  <a:tabLst/>
                  <a:defRPr sz="2104" b="0" i="0" u="none" strike="noStrike" cap="none" spc="0" baseline="0">
                    <a:solidFill>
                      <a:srgbClr val="000000"/>
                    </a:solidFill>
                    <a:uFillTx/>
                    <a:latin typeface="Open Sans"/>
                    <a:ea typeface="Open Sans Light" panose="020B0606030504020204" pitchFamily="34" charset="0"/>
                    <a:cs typeface="Open Sans Light" panose="020B0606030504020204" pitchFamily="34" charset="0"/>
                    <a:sym typeface="Helvetica Neue"/>
                  </a:defRPr>
                </a:lvl1pPr>
                <a:lvl2pPr marL="534436" marR="0" indent="-267218" algn="l" defTabSz="1068845" rtl="0" eaLnBrk="1" latinLnBrk="0" hangingPunct="1">
                  <a:lnSpc>
                    <a:spcPct val="90000"/>
                  </a:lnSpc>
                  <a:spcBef>
                    <a:spcPts val="1973"/>
                  </a:spcBef>
                  <a:spcAft>
                    <a:spcPts val="0"/>
                  </a:spcAft>
                  <a:buClrTx/>
                  <a:buSzPct val="123000"/>
                  <a:buFontTx/>
                  <a:buChar char="•"/>
                  <a:tabLst/>
                  <a:defRPr sz="2104" b="0" i="0" u="none" strike="noStrike" cap="none" spc="0" baseline="0">
                    <a:solidFill>
                      <a:srgbClr val="000000"/>
                    </a:solidFill>
                    <a:uFillTx/>
                    <a:latin typeface="Open Sans"/>
                    <a:ea typeface="Open Sans Light" panose="020B0606030504020204" pitchFamily="34" charset="0"/>
                    <a:cs typeface="Open Sans Light" panose="020B0606030504020204" pitchFamily="34" charset="0"/>
                    <a:sym typeface="Helvetica Neue"/>
                  </a:defRPr>
                </a:lvl2pPr>
                <a:lvl3pPr marL="801654" marR="0" indent="-267218" algn="l" defTabSz="1068845" rtl="0" eaLnBrk="1" latinLnBrk="0" hangingPunct="1">
                  <a:lnSpc>
                    <a:spcPct val="90000"/>
                  </a:lnSpc>
                  <a:spcBef>
                    <a:spcPts val="1973"/>
                  </a:spcBef>
                  <a:spcAft>
                    <a:spcPts val="0"/>
                  </a:spcAft>
                  <a:buClrTx/>
                  <a:buSzPct val="123000"/>
                  <a:buFontTx/>
                  <a:buChar char="•"/>
                  <a:tabLst/>
                  <a:defRPr sz="2104" b="0" i="0" u="none" strike="noStrike" cap="none" spc="0" baseline="0">
                    <a:solidFill>
                      <a:srgbClr val="000000"/>
                    </a:solidFill>
                    <a:uFillTx/>
                    <a:latin typeface="Open Sans"/>
                    <a:ea typeface="Open Sans Light" panose="020B0606030504020204" pitchFamily="34" charset="0"/>
                    <a:cs typeface="Open Sans Light" panose="020B0606030504020204" pitchFamily="34" charset="0"/>
                    <a:sym typeface="Helvetica Neue"/>
                  </a:defRPr>
                </a:lvl3pPr>
                <a:lvl4pPr marL="1068873" marR="0" indent="-267218" algn="l" defTabSz="1068845" rtl="0" eaLnBrk="1" latinLnBrk="0" hangingPunct="1">
                  <a:lnSpc>
                    <a:spcPct val="90000"/>
                  </a:lnSpc>
                  <a:spcBef>
                    <a:spcPts val="1973"/>
                  </a:spcBef>
                  <a:spcAft>
                    <a:spcPts val="0"/>
                  </a:spcAft>
                  <a:buClrTx/>
                  <a:buSzPct val="123000"/>
                  <a:buFontTx/>
                  <a:buChar char="•"/>
                  <a:tabLst/>
                  <a:defRPr sz="2104" b="0" i="0" u="none" strike="noStrike" cap="none" spc="0" baseline="0">
                    <a:solidFill>
                      <a:srgbClr val="000000"/>
                    </a:solidFill>
                    <a:uFillTx/>
                    <a:latin typeface="Open Sans"/>
                    <a:ea typeface="Open Sans Light" panose="020B0606030504020204" pitchFamily="34" charset="0"/>
                    <a:cs typeface="Open Sans Light" panose="020B0606030504020204" pitchFamily="34" charset="0"/>
                    <a:sym typeface="Helvetica Neue"/>
                  </a:defRPr>
                </a:lvl4pPr>
                <a:lvl5pPr marL="1336091" marR="0" indent="-267218" algn="l" defTabSz="1068845" rtl="0" eaLnBrk="1" latinLnBrk="0" hangingPunct="1">
                  <a:lnSpc>
                    <a:spcPct val="90000"/>
                  </a:lnSpc>
                  <a:spcBef>
                    <a:spcPts val="1973"/>
                  </a:spcBef>
                  <a:spcAft>
                    <a:spcPts val="0"/>
                  </a:spcAft>
                  <a:buClrTx/>
                  <a:buSzPct val="123000"/>
                  <a:buFontTx/>
                  <a:buChar char="•"/>
                  <a:tabLst/>
                  <a:defRPr sz="2104" b="0" i="0" u="none" strike="noStrike" cap="none" spc="0" baseline="0">
                    <a:solidFill>
                      <a:srgbClr val="000000"/>
                    </a:solidFill>
                    <a:uFillTx/>
                    <a:latin typeface="Open Sans"/>
                    <a:ea typeface="Open Sans Light" panose="020B0606030504020204" pitchFamily="34" charset="0"/>
                    <a:cs typeface="Open Sans Light" panose="020B0606030504020204" pitchFamily="34" charset="0"/>
                    <a:sym typeface="Helvetica Neue"/>
                  </a:defRPr>
                </a:lvl5pPr>
                <a:lvl6pPr marL="1603309" marR="0" indent="-267218" algn="l" defTabSz="1068845" rtl="0" eaLnBrk="1" latinLnBrk="0" hangingPunct="1">
                  <a:lnSpc>
                    <a:spcPct val="90000"/>
                  </a:lnSpc>
                  <a:spcBef>
                    <a:spcPts val="1973"/>
                  </a:spcBef>
                  <a:spcAft>
                    <a:spcPts val="0"/>
                  </a:spcAft>
                  <a:buClrTx/>
                  <a:buSzPct val="123000"/>
                  <a:buFontTx/>
                  <a:buChar char="•"/>
                  <a:tabLst/>
                  <a:defRPr sz="2104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6pPr>
                <a:lvl7pPr marL="1870527" marR="0" indent="-267218" algn="l" defTabSz="1068845" rtl="0" eaLnBrk="1" latinLnBrk="0" hangingPunct="1">
                  <a:lnSpc>
                    <a:spcPct val="90000"/>
                  </a:lnSpc>
                  <a:spcBef>
                    <a:spcPts val="1973"/>
                  </a:spcBef>
                  <a:spcAft>
                    <a:spcPts val="0"/>
                  </a:spcAft>
                  <a:buClrTx/>
                  <a:buSzPct val="123000"/>
                  <a:buFontTx/>
                  <a:buChar char="•"/>
                  <a:tabLst/>
                  <a:defRPr sz="2104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7pPr>
                <a:lvl8pPr marL="2137745" marR="0" indent="-267218" algn="l" defTabSz="1068845" rtl="0" eaLnBrk="1" latinLnBrk="0" hangingPunct="1">
                  <a:lnSpc>
                    <a:spcPct val="90000"/>
                  </a:lnSpc>
                  <a:spcBef>
                    <a:spcPts val="1973"/>
                  </a:spcBef>
                  <a:spcAft>
                    <a:spcPts val="0"/>
                  </a:spcAft>
                  <a:buClrTx/>
                  <a:buSzPct val="123000"/>
                  <a:buFontTx/>
                  <a:buChar char="•"/>
                  <a:tabLst/>
                  <a:defRPr sz="2104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8pPr>
                <a:lvl9pPr marL="2404963" marR="0" indent="-267218" algn="l" defTabSz="1068845" rtl="0" eaLnBrk="1" latinLnBrk="0" hangingPunct="1">
                  <a:lnSpc>
                    <a:spcPct val="90000"/>
                  </a:lnSpc>
                  <a:spcBef>
                    <a:spcPts val="1973"/>
                  </a:spcBef>
                  <a:spcAft>
                    <a:spcPts val="0"/>
                  </a:spcAft>
                  <a:buClrTx/>
                  <a:buSzPct val="123000"/>
                  <a:buFontTx/>
                  <a:buChar char="•"/>
                  <a:tabLst/>
                  <a:defRPr sz="2104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9pPr>
              </a:lstStyle>
              <a:p>
                <a:pPr marL="267218" lvl="1" indent="0" fontAlgn="auto">
                  <a:buNone/>
                </a:pPr>
                <a:r>
                  <a:rPr lang="en-US" altLang="en-US" sz="2800" kern="0" dirty="0">
                    <a:latin typeface="Open Sans Semibold" panose="020B0706030804020204" pitchFamily="34" charset="0"/>
                    <a:ea typeface="Open Sans Semibold" panose="020B0706030804020204" pitchFamily="34" charset="0"/>
                    <a:cs typeface="Open Sans Semibold" panose="020B0706030804020204" pitchFamily="34" charset="0"/>
                  </a:rPr>
                  <a:t>   </a:t>
                </a:r>
                <a14:m>
                  <m:oMath xmlns:m="http://schemas.openxmlformats.org/officeDocument/2006/math">
                    <m:r>
                      <a:rPr lang="en-US" altLang="en-US" sz="2800" i="1" kern="0" dirty="0" smtClean="0">
                        <a:latin typeface="Cambria Math" panose="02040503050406030204" pitchFamily="18" charset="0"/>
                        <a:ea typeface="Open Sans Semibold" panose="020B0706030804020204" pitchFamily="34" charset="0"/>
                        <a:cs typeface="Open Sans Semibold" panose="020B0706030804020204" pitchFamily="34" charset="0"/>
                      </a:rPr>
                      <m:t>𝐸</m:t>
                    </m:r>
                    <m:d>
                      <m:dPr>
                        <m:ctrlPr>
                          <a:rPr lang="en-US" altLang="en-US" sz="2800" i="1" kern="0" dirty="0" smtClean="0">
                            <a:latin typeface="Cambria Math" panose="02040503050406030204" pitchFamily="18" charset="0"/>
                            <a:ea typeface="Open Sans Semibold" panose="020B0706030804020204" pitchFamily="34" charset="0"/>
                            <a:cs typeface="Open Sans Semibold" panose="020B0706030804020204" pitchFamily="34" charset="0"/>
                          </a:rPr>
                        </m:ctrlPr>
                      </m:dPr>
                      <m:e>
                        <m:r>
                          <a:rPr lang="en-US" altLang="en-US" sz="2800" i="1" kern="0" dirty="0" smtClean="0">
                            <a:latin typeface="Cambria Math" panose="02040503050406030204" pitchFamily="18" charset="0"/>
                            <a:ea typeface="Open Sans Semibold" panose="020B0706030804020204" pitchFamily="34" charset="0"/>
                            <a:cs typeface="Open Sans Semibold" panose="020B0706030804020204" pitchFamily="34" charset="0"/>
                          </a:rPr>
                          <m:t>𝑋</m:t>
                        </m:r>
                      </m:e>
                    </m:d>
                    <m:r>
                      <a:rPr lang="en-US" altLang="en-US" sz="2800" i="1" kern="0" dirty="0" smtClean="0">
                        <a:latin typeface="Cambria Math" panose="02040503050406030204" pitchFamily="18" charset="0"/>
                        <a:ea typeface="Open Sans Semibold" panose="020B0706030804020204" pitchFamily="34" charset="0"/>
                        <a:cs typeface="Open Sans Semibold" panose="020B0706030804020204" pitchFamily="34" charset="0"/>
                      </a:rPr>
                      <m:t>=</m:t>
                    </m:r>
                    <m:r>
                      <a:rPr lang="en-US" altLang="en-US" sz="2800" b="0" i="1" kern="0" dirty="0" smtClean="0">
                        <a:latin typeface="Cambria Math" panose="02040503050406030204" pitchFamily="18" charset="0"/>
                        <a:ea typeface="Open Sans Semibold" panose="020B0706030804020204" pitchFamily="34" charset="0"/>
                        <a:cs typeface="Open Sans Semibold" panose="020B0706030804020204" pitchFamily="34" charset="0"/>
                      </a:rPr>
                      <m:t>3</m:t>
                    </m:r>
                    <m:f>
                      <m:fPr>
                        <m:ctrlPr>
                          <a:rPr lang="en-US" altLang="en-US" sz="2800" b="0" i="1" kern="0" dirty="0" smtClean="0">
                            <a:latin typeface="Cambria Math" panose="02040503050406030204" pitchFamily="18" charset="0"/>
                            <a:ea typeface="Open Sans Semibold" panose="020B0706030804020204" pitchFamily="34" charset="0"/>
                            <a:cs typeface="Open Sans Semibold" panose="020B0706030804020204" pitchFamily="34" charset="0"/>
                          </a:rPr>
                        </m:ctrlPr>
                      </m:fPr>
                      <m:num>
                        <m:r>
                          <a:rPr lang="en-US" altLang="en-US" sz="2800" b="0" i="1" kern="0" dirty="0" smtClean="0">
                            <a:latin typeface="Cambria Math" panose="02040503050406030204" pitchFamily="18" charset="0"/>
                            <a:ea typeface="Open Sans Semibold" panose="020B0706030804020204" pitchFamily="34" charset="0"/>
                            <a:cs typeface="Open Sans Semibold" panose="020B0706030804020204" pitchFamily="34" charset="0"/>
                          </a:rPr>
                          <m:t>1</m:t>
                        </m:r>
                      </m:num>
                      <m:den>
                        <m:r>
                          <a:rPr lang="en-US" altLang="en-US" sz="2800" b="0" i="1" kern="0" dirty="0" smtClean="0">
                            <a:latin typeface="Cambria Math" panose="02040503050406030204" pitchFamily="18" charset="0"/>
                            <a:ea typeface="Open Sans Semibold" panose="020B0706030804020204" pitchFamily="34" charset="0"/>
                            <a:cs typeface="Open Sans Semibold" panose="020B0706030804020204" pitchFamily="34" charset="0"/>
                          </a:rPr>
                          <m:t>2</m:t>
                        </m:r>
                      </m:den>
                    </m:f>
                    <m:r>
                      <a:rPr lang="en-US" altLang="en-US" sz="2800" i="1" kern="0" dirty="0" smtClean="0">
                        <a:latin typeface="Cambria Math" panose="02040503050406030204" pitchFamily="18" charset="0"/>
                        <a:ea typeface="Open Sans Semibold" panose="020B0706030804020204" pitchFamily="34" charset="0"/>
                        <a:cs typeface="Open Sans Semibold" panose="020B0706030804020204" pitchFamily="34" charset="0"/>
                      </a:rPr>
                      <m:t> </m:t>
                    </m:r>
                  </m:oMath>
                </a14:m>
                <a:endParaRPr lang="en-US" altLang="en-US" sz="2800" kern="0" dirty="0">
                  <a:latin typeface="Open Sans Semibold" panose="020B0706030804020204" pitchFamily="34" charset="0"/>
                  <a:ea typeface="Open Sans Semibold" panose="020B0706030804020204" pitchFamily="34" charset="0"/>
                  <a:cs typeface="Open Sans Semibold" panose="020B0706030804020204" pitchFamily="34" charset="0"/>
                </a:endParaRPr>
              </a:p>
            </p:txBody>
          </p:sp>
        </mc:Choice>
        <mc:Fallback xmlns="">
          <p:sp>
            <p:nvSpPr>
              <p:cNvPr id="130" name="Rectangle 3">
                <a:extLst>
                  <a:ext uri="{FF2B5EF4-FFF2-40B4-BE49-F238E27FC236}">
                    <a16:creationId xmlns:a16="http://schemas.microsoft.com/office/drawing/2014/main" id="{79AB0032-6FC7-AD6B-8B87-D101CED6BD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2782" y="2422163"/>
                <a:ext cx="9630908" cy="78339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6115692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>
            <a:extLst>
              <a:ext uri="{FF2B5EF4-FFF2-40B4-BE49-F238E27FC236}">
                <a16:creationId xmlns:a16="http://schemas.microsoft.com/office/drawing/2014/main" id="{7529C2CA-AE84-99B4-F76B-CA930C6151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017423" y="968653"/>
            <a:ext cx="8328057" cy="581817"/>
          </a:xfrm>
        </p:spPr>
        <p:txBody>
          <a:bodyPr>
            <a:normAutofit/>
          </a:bodyPr>
          <a:lstStyle/>
          <a:p>
            <a:pPr algn="ctr"/>
            <a:r>
              <a:rPr lang="en-US" altLang="en-US" sz="3600" dirty="0"/>
              <a:t>Variance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70466608-58A4-9A2A-96CD-64183F630053}"/>
              </a:ext>
            </a:extLst>
          </p:cNvPr>
          <p:cNvSpPr txBox="1">
            <a:spLocks noChangeArrowheads="1"/>
          </p:cNvSpPr>
          <p:nvPr/>
        </p:nvSpPr>
        <p:spPr>
          <a:xfrm>
            <a:off x="1057730" y="1842849"/>
            <a:ext cx="9630908" cy="7833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>
            <a:lvl1pPr marL="267218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1pPr>
            <a:lvl2pPr marL="534436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2pPr>
            <a:lvl3pPr marL="801654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3pPr>
            <a:lvl4pPr marL="1068873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4pPr>
            <a:lvl5pPr marL="1336091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5pPr>
            <a:lvl6pPr marL="1603309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1870527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2137745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2404963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lvl="1" fontAlgn="auto"/>
            <a:r>
              <a:rPr lang="en-US" altLang="en-US" sz="2800" kern="0" dirty="0"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Alternative Formula</a:t>
            </a:r>
          </a:p>
        </p:txBody>
      </p:sp>
      <p:graphicFrame>
        <p:nvGraphicFramePr>
          <p:cNvPr id="2" name="Object 128">
            <a:extLst>
              <a:ext uri="{FF2B5EF4-FFF2-40B4-BE49-F238E27FC236}">
                <a16:creationId xmlns:a16="http://schemas.microsoft.com/office/drawing/2014/main" id="{56D4C058-EF3B-A41A-BE58-146F20E9BEB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95025922"/>
              </p:ext>
            </p:extLst>
          </p:nvPr>
        </p:nvGraphicFramePr>
        <p:xfrm>
          <a:off x="1643424" y="3231619"/>
          <a:ext cx="7739667" cy="13059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108160" imgH="355320" progId="Equation.3">
                  <p:embed/>
                </p:oleObj>
              </mc:Choice>
              <mc:Fallback>
                <p:oleObj name="Equation" r:id="rId2" imgW="2108160" imgH="355320" progId="Equation.3">
                  <p:embed/>
                  <p:pic>
                    <p:nvPicPr>
                      <p:cNvPr id="2" name="Object 128">
                        <a:extLst>
                          <a:ext uri="{FF2B5EF4-FFF2-40B4-BE49-F238E27FC236}">
                            <a16:creationId xmlns:a16="http://schemas.microsoft.com/office/drawing/2014/main" id="{56D4C058-EF3B-A41A-BE58-146F20E9BEB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43424" y="3231619"/>
                        <a:ext cx="7739667" cy="130599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436574C-A501-0A74-374E-DD9330D729AD}"/>
                  </a:ext>
                </a:extLst>
              </p:cNvPr>
              <p:cNvSpPr txBox="1"/>
              <p:nvPr/>
            </p:nvSpPr>
            <p:spPr>
              <a:xfrm>
                <a:off x="1772589" y="4659609"/>
                <a:ext cx="5298061" cy="55399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0" tIns="0" rIns="0" bIns="0" numCol="1" spcCol="38100" rtlCol="0" anchor="ctr">
                <a:spAutoFit/>
              </a:bodyPr>
              <a:lstStyle/>
              <a:p>
                <a:pPr marL="0" marR="0" indent="0" algn="ctr" defTabSz="2438338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3600" b="0" i="0" u="none" strike="noStrike" cap="none" spc="0" normalizeH="0" baseline="0" dirty="0">
                    <a:ln>
                      <a:noFill/>
                    </a:ln>
                    <a:solidFill>
                      <a:srgbClr val="5E5E5E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rPr>
                  <a:t>V(x) = E(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0" lang="en-US" sz="36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rgbClr val="5E5E5E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</m:ctrlPr>
                      </m:sSupPr>
                      <m:e>
                        <m:r>
                          <a:rPr kumimoji="0" lang="en-US" sz="36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rgbClr val="5E5E5E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𝑋</m:t>
                        </m:r>
                      </m:e>
                      <m:sup>
                        <m:r>
                          <a:rPr kumimoji="0" lang="en-US" sz="36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rgbClr val="5E5E5E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2</m:t>
                        </m:r>
                      </m:sup>
                    </m:sSup>
                    <m:r>
                      <a:rPr kumimoji="0" lang="en-US" sz="3600" b="0" i="1" u="none" strike="noStrike" cap="none" spc="0" normalizeH="0" baseline="0" smtClean="0">
                        <a:ln>
                          <a:noFill/>
                        </a:ln>
                        <a:solidFill>
                          <a:srgbClr val="5E5E5E"/>
                        </a:solidFill>
                        <a:effectLst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  <a:sym typeface="Helvetica Neue"/>
                      </a:rPr>
                      <m:t>) −</m:t>
                    </m:r>
                    <m:sSup>
                      <m:sSupPr>
                        <m:ctrlPr>
                          <a:rPr kumimoji="0" lang="en-US" sz="36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rgbClr val="5E5E5E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</m:ctrlPr>
                      </m:sSupPr>
                      <m:e>
                        <m:r>
                          <a:rPr kumimoji="0" lang="en-US" sz="36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rgbClr val="5E5E5E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(</m:t>
                        </m:r>
                        <m:r>
                          <a:rPr kumimoji="0" lang="en-US" sz="36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rgbClr val="5E5E5E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𝐸</m:t>
                        </m:r>
                        <m:d>
                          <m:dPr>
                            <m:ctrlPr>
                              <a:rPr kumimoji="0" lang="en-US" sz="36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rgbClr val="5E5E5E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  <a:sym typeface="Helvetica Neue"/>
                              </a:rPr>
                            </m:ctrlPr>
                          </m:dPr>
                          <m:e>
                            <m:r>
                              <a:rPr kumimoji="0" lang="en-US" sz="36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rgbClr val="5E5E5E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  <a:sym typeface="Helvetica Neue"/>
                              </a:rPr>
                              <m:t>𝑋</m:t>
                            </m:r>
                          </m:e>
                        </m:d>
                        <m:r>
                          <a:rPr kumimoji="0" lang="en-US" sz="36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rgbClr val="5E5E5E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)</m:t>
                        </m:r>
                      </m:e>
                      <m:sup>
                        <m:r>
                          <a:rPr kumimoji="0" lang="en-US" sz="36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rgbClr val="5E5E5E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2</m:t>
                        </m:r>
                      </m:sup>
                    </m:sSup>
                  </m:oMath>
                </a14:m>
                <a:endParaRPr kumimoji="0" lang="en-ID" sz="3600" b="0" i="0" u="none" strike="noStrike" cap="none" spc="0" normalizeH="0" baseline="0" dirty="0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436574C-A501-0A74-374E-DD9330D729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2589" y="4659609"/>
                <a:ext cx="5298061" cy="553998"/>
              </a:xfrm>
              <a:prstGeom prst="rect">
                <a:avLst/>
              </a:prstGeom>
              <a:blipFill>
                <a:blip r:embed="rId4"/>
                <a:stretch>
                  <a:fillRect l="-345" t="-24176" b="-49451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9322812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>
            <a:extLst>
              <a:ext uri="{FF2B5EF4-FFF2-40B4-BE49-F238E27FC236}">
                <a16:creationId xmlns:a16="http://schemas.microsoft.com/office/drawing/2014/main" id="{7529C2CA-AE84-99B4-F76B-CA930C6151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017423" y="968653"/>
            <a:ext cx="8328057" cy="581817"/>
          </a:xfrm>
        </p:spPr>
        <p:txBody>
          <a:bodyPr>
            <a:normAutofit/>
          </a:bodyPr>
          <a:lstStyle/>
          <a:p>
            <a:pPr algn="ctr"/>
            <a:r>
              <a:rPr lang="en-US" altLang="en-US" sz="3600" dirty="0"/>
              <a:t>Variance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70466608-58A4-9A2A-96CD-64183F630053}"/>
              </a:ext>
            </a:extLst>
          </p:cNvPr>
          <p:cNvSpPr txBox="1">
            <a:spLocks noChangeArrowheads="1"/>
          </p:cNvSpPr>
          <p:nvPr/>
        </p:nvSpPr>
        <p:spPr>
          <a:xfrm>
            <a:off x="1057730" y="1842849"/>
            <a:ext cx="9630908" cy="7833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>
            <a:lvl1pPr marL="267218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1pPr>
            <a:lvl2pPr marL="534436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2pPr>
            <a:lvl3pPr marL="801654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3pPr>
            <a:lvl4pPr marL="1068873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4pPr>
            <a:lvl5pPr marL="1336091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5pPr>
            <a:lvl6pPr marL="1603309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1870527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2137745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2404963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lvl="1" fontAlgn="auto"/>
            <a:r>
              <a:rPr lang="en-US" altLang="en-US" sz="2800" kern="0" dirty="0"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Example, die throw</a:t>
            </a:r>
          </a:p>
        </p:txBody>
      </p:sp>
      <p:grpSp>
        <p:nvGrpSpPr>
          <p:cNvPr id="4" name="Group 226">
            <a:extLst>
              <a:ext uri="{FF2B5EF4-FFF2-40B4-BE49-F238E27FC236}">
                <a16:creationId xmlns:a16="http://schemas.microsoft.com/office/drawing/2014/main" id="{0465DE3B-5236-C062-6A5D-99CA057B56FD}"/>
              </a:ext>
            </a:extLst>
          </p:cNvPr>
          <p:cNvGrpSpPr>
            <a:grpSpLocks/>
          </p:cNvGrpSpPr>
          <p:nvPr/>
        </p:nvGrpSpPr>
        <p:grpSpPr bwMode="auto">
          <a:xfrm>
            <a:off x="3324057" y="2738061"/>
            <a:ext cx="4285615" cy="4033520"/>
            <a:chOff x="-2" y="-2"/>
            <a:chExt cx="2448" cy="4148"/>
          </a:xfrm>
        </p:grpSpPr>
        <p:grpSp>
          <p:nvGrpSpPr>
            <p:cNvPr id="6" name="Group 224">
              <a:extLst>
                <a:ext uri="{FF2B5EF4-FFF2-40B4-BE49-F238E27FC236}">
                  <a16:creationId xmlns:a16="http://schemas.microsoft.com/office/drawing/2014/main" id="{943947F7-3A62-E076-DD54-9F521BC67EA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0"/>
              <a:ext cx="2444" cy="4144"/>
              <a:chOff x="0" y="0"/>
              <a:chExt cx="2444" cy="4144"/>
            </a:xfrm>
          </p:grpSpPr>
          <p:grpSp>
            <p:nvGrpSpPr>
              <p:cNvPr id="9" name="Group 161">
                <a:extLst>
                  <a:ext uri="{FF2B5EF4-FFF2-40B4-BE49-F238E27FC236}">
                    <a16:creationId xmlns:a16="http://schemas.microsoft.com/office/drawing/2014/main" id="{BBF97EAB-D577-1FC8-B901-1BCE78959E5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0"/>
                <a:ext cx="468" cy="518"/>
                <a:chOff x="0" y="0"/>
                <a:chExt cx="468" cy="518"/>
              </a:xfrm>
            </p:grpSpPr>
            <p:sp>
              <p:nvSpPr>
                <p:cNvPr id="103" name="Rectangle 128">
                  <a:extLst>
                    <a:ext uri="{FF2B5EF4-FFF2-40B4-BE49-F238E27FC236}">
                      <a16:creationId xmlns:a16="http://schemas.microsoft.com/office/drawing/2014/main" id="{2C6F3657-365D-1525-C109-FA99F31BA86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" y="0"/>
                  <a:ext cx="382" cy="51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>
                          <a:alpha val="50000"/>
                        </a:schemeClr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kumimoji="1" lang="en-US" altLang="en-US" sz="2316">
                      <a:cs typeface="Times New Roman" panose="02020603050405020304" pitchFamily="18" charset="0"/>
                    </a:rPr>
                    <a:t>x</a:t>
                  </a:r>
                  <a:endParaRPr kumimoji="1" lang="en-US" altLang="en-US" sz="1323">
                    <a:cs typeface="Times New Roman" panose="02020603050405020304" pitchFamily="18" charset="0"/>
                  </a:endParaRPr>
                </a:p>
                <a:p>
                  <a:pPr eaLnBrk="0" hangingPunct="0"/>
                  <a:endParaRPr kumimoji="1" lang="en-US" altLang="en-US" sz="2316"/>
                </a:p>
              </p:txBody>
            </p:sp>
            <p:sp>
              <p:nvSpPr>
                <p:cNvPr id="104" name="Rectangle 160">
                  <a:extLst>
                    <a:ext uri="{FF2B5EF4-FFF2-40B4-BE49-F238E27FC236}">
                      <a16:creationId xmlns:a16="http://schemas.microsoft.com/office/drawing/2014/main" id="{6845449C-F368-B560-7E8F-F1B6ABBEC59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468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>
                          <a:alpha val="50000"/>
                        </a:schemeClr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D" sz="2316"/>
                </a:p>
              </p:txBody>
            </p:sp>
          </p:grpSp>
          <p:grpSp>
            <p:nvGrpSpPr>
              <p:cNvPr id="10" name="Group 163">
                <a:extLst>
                  <a:ext uri="{FF2B5EF4-FFF2-40B4-BE49-F238E27FC236}">
                    <a16:creationId xmlns:a16="http://schemas.microsoft.com/office/drawing/2014/main" id="{BEA70564-175A-7C3F-B89F-44DD0D2063B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8" y="0"/>
                <a:ext cx="394" cy="518"/>
                <a:chOff x="468" y="0"/>
                <a:chExt cx="394" cy="518"/>
              </a:xfrm>
            </p:grpSpPr>
            <p:sp>
              <p:nvSpPr>
                <p:cNvPr id="101" name="Rectangle 129">
                  <a:extLst>
                    <a:ext uri="{FF2B5EF4-FFF2-40B4-BE49-F238E27FC236}">
                      <a16:creationId xmlns:a16="http://schemas.microsoft.com/office/drawing/2014/main" id="{A6315F62-3EE2-3BAF-CB11-B014F8FF064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11" y="0"/>
                  <a:ext cx="308" cy="51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>
                          <a:alpha val="50000"/>
                        </a:schemeClr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kumimoji="1" lang="en-US" altLang="en-US" sz="2316">
                      <a:cs typeface="Times New Roman" panose="02020603050405020304" pitchFamily="18" charset="0"/>
                    </a:rPr>
                    <a:t>x</a:t>
                  </a:r>
                  <a:r>
                    <a:rPr kumimoji="1" lang="en-US" altLang="en-US" sz="2316" baseline="30000">
                      <a:latin typeface="Times New (W1)" pitchFamily="18" charset="0"/>
                      <a:cs typeface="Times New Roman" panose="02020603050405020304" pitchFamily="18" charset="0"/>
                    </a:rPr>
                    <a:t>2</a:t>
                  </a:r>
                  <a:endParaRPr kumimoji="1" lang="en-US" altLang="en-US" sz="1323">
                    <a:cs typeface="Times New Roman" panose="02020603050405020304" pitchFamily="18" charset="0"/>
                  </a:endParaRPr>
                </a:p>
                <a:p>
                  <a:pPr eaLnBrk="0" hangingPunct="0"/>
                  <a:endParaRPr kumimoji="1" lang="en-US" altLang="en-US" sz="2316"/>
                </a:p>
              </p:txBody>
            </p:sp>
            <p:sp>
              <p:nvSpPr>
                <p:cNvPr id="102" name="Rectangle 162">
                  <a:extLst>
                    <a:ext uri="{FF2B5EF4-FFF2-40B4-BE49-F238E27FC236}">
                      <a16:creationId xmlns:a16="http://schemas.microsoft.com/office/drawing/2014/main" id="{7D94D866-E830-A500-F219-89329224DBE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68" y="0"/>
                  <a:ext cx="394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>
                          <a:alpha val="50000"/>
                        </a:schemeClr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D" sz="2316"/>
                </a:p>
              </p:txBody>
            </p:sp>
          </p:grpSp>
          <p:grpSp>
            <p:nvGrpSpPr>
              <p:cNvPr id="11" name="Group 165">
                <a:extLst>
                  <a:ext uri="{FF2B5EF4-FFF2-40B4-BE49-F238E27FC236}">
                    <a16:creationId xmlns:a16="http://schemas.microsoft.com/office/drawing/2014/main" id="{EDBB6CD8-27C0-F9E8-0125-56A08F78843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62" y="0"/>
                <a:ext cx="780" cy="518"/>
                <a:chOff x="862" y="0"/>
                <a:chExt cx="780" cy="518"/>
              </a:xfrm>
            </p:grpSpPr>
            <p:sp>
              <p:nvSpPr>
                <p:cNvPr id="99" name="Rectangle 130">
                  <a:extLst>
                    <a:ext uri="{FF2B5EF4-FFF2-40B4-BE49-F238E27FC236}">
                      <a16:creationId xmlns:a16="http://schemas.microsoft.com/office/drawing/2014/main" id="{DC9AC0B6-A192-5BEB-3175-77C8D552575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05" y="0"/>
                  <a:ext cx="694" cy="51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>
                          <a:alpha val="50000"/>
                        </a:schemeClr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kumimoji="1" lang="en-US" altLang="en-US" sz="2316">
                      <a:cs typeface="Times New Roman" panose="02020603050405020304" pitchFamily="18" charset="0"/>
                    </a:rPr>
                    <a:t>P(X=x)</a:t>
                  </a:r>
                  <a:endParaRPr kumimoji="1" lang="en-US" altLang="en-US" sz="1323">
                    <a:cs typeface="Times New Roman" panose="02020603050405020304" pitchFamily="18" charset="0"/>
                  </a:endParaRPr>
                </a:p>
                <a:p>
                  <a:pPr eaLnBrk="0" hangingPunct="0"/>
                  <a:endParaRPr kumimoji="1" lang="en-US" altLang="en-US" sz="2316"/>
                </a:p>
              </p:txBody>
            </p:sp>
            <p:sp>
              <p:nvSpPr>
                <p:cNvPr id="100" name="Rectangle 164">
                  <a:extLst>
                    <a:ext uri="{FF2B5EF4-FFF2-40B4-BE49-F238E27FC236}">
                      <a16:creationId xmlns:a16="http://schemas.microsoft.com/office/drawing/2014/main" id="{C1FF7079-97CE-B15D-3620-0C845FAD15A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62" y="0"/>
                  <a:ext cx="780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>
                          <a:alpha val="50000"/>
                        </a:schemeClr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D" sz="2316"/>
                </a:p>
              </p:txBody>
            </p:sp>
          </p:grpSp>
          <p:grpSp>
            <p:nvGrpSpPr>
              <p:cNvPr id="12" name="Group 167">
                <a:extLst>
                  <a:ext uri="{FF2B5EF4-FFF2-40B4-BE49-F238E27FC236}">
                    <a16:creationId xmlns:a16="http://schemas.microsoft.com/office/drawing/2014/main" id="{40164527-4D4B-3A3D-7CF1-5FAC1EACC8F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642" y="0"/>
                <a:ext cx="802" cy="518"/>
                <a:chOff x="1642" y="0"/>
                <a:chExt cx="802" cy="518"/>
              </a:xfrm>
            </p:grpSpPr>
            <p:sp>
              <p:nvSpPr>
                <p:cNvPr id="97" name="Rectangle 131">
                  <a:extLst>
                    <a:ext uri="{FF2B5EF4-FFF2-40B4-BE49-F238E27FC236}">
                      <a16:creationId xmlns:a16="http://schemas.microsoft.com/office/drawing/2014/main" id="{1098B74D-959A-8B6A-9C36-34119C0AA56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85" y="0"/>
                  <a:ext cx="716" cy="51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>
                          <a:alpha val="50000"/>
                        </a:schemeClr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0" tIns="0" rIns="0" bIns="0"/>
                <a:lstStyle/>
                <a:p>
                  <a:pPr algn="r"/>
                  <a:r>
                    <a:rPr kumimoji="1" lang="en-US" altLang="en-US" sz="2867" b="1">
                      <a:cs typeface="Times New Roman" panose="02020603050405020304" pitchFamily="18" charset="0"/>
                    </a:rPr>
                    <a:t>Product</a:t>
                  </a:r>
                </a:p>
                <a:p>
                  <a:pPr algn="r" eaLnBrk="0" hangingPunct="0"/>
                  <a:endParaRPr kumimoji="1" lang="en-US" altLang="en-US" sz="2316"/>
                </a:p>
              </p:txBody>
            </p:sp>
            <p:sp>
              <p:nvSpPr>
                <p:cNvPr id="98" name="Rectangle 166">
                  <a:extLst>
                    <a:ext uri="{FF2B5EF4-FFF2-40B4-BE49-F238E27FC236}">
                      <a16:creationId xmlns:a16="http://schemas.microsoft.com/office/drawing/2014/main" id="{9FD0C802-5A8D-8863-93B7-2D4381DB244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42" y="0"/>
                  <a:ext cx="802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>
                          <a:alpha val="50000"/>
                        </a:schemeClr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D" sz="2316"/>
                </a:p>
              </p:txBody>
            </p:sp>
          </p:grpSp>
          <p:grpSp>
            <p:nvGrpSpPr>
              <p:cNvPr id="13" name="Group 169">
                <a:extLst>
                  <a:ext uri="{FF2B5EF4-FFF2-40B4-BE49-F238E27FC236}">
                    <a16:creationId xmlns:a16="http://schemas.microsoft.com/office/drawing/2014/main" id="{9575A4AA-C1E5-2B62-9BA6-9610FE4630D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518"/>
                <a:ext cx="468" cy="518"/>
                <a:chOff x="0" y="518"/>
                <a:chExt cx="468" cy="518"/>
              </a:xfrm>
            </p:grpSpPr>
            <p:sp>
              <p:nvSpPr>
                <p:cNvPr id="95" name="Rectangle 132">
                  <a:extLst>
                    <a:ext uri="{FF2B5EF4-FFF2-40B4-BE49-F238E27FC236}">
                      <a16:creationId xmlns:a16="http://schemas.microsoft.com/office/drawing/2014/main" id="{815F3D2F-3CA0-11B5-1306-8E4F0BBF356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" y="518"/>
                  <a:ext cx="382" cy="51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>
                          <a:alpha val="50000"/>
                        </a:schemeClr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kumimoji="1" lang="en-US" altLang="en-US" sz="2316">
                      <a:cs typeface="Times New Roman" panose="02020603050405020304" pitchFamily="18" charset="0"/>
                    </a:rPr>
                    <a:t>1</a:t>
                  </a:r>
                  <a:endParaRPr kumimoji="1" lang="en-US" altLang="en-US" sz="1323">
                    <a:cs typeface="Times New Roman" panose="02020603050405020304" pitchFamily="18" charset="0"/>
                  </a:endParaRPr>
                </a:p>
                <a:p>
                  <a:pPr eaLnBrk="0" hangingPunct="0"/>
                  <a:endParaRPr kumimoji="1" lang="en-US" altLang="en-US" sz="2316"/>
                </a:p>
              </p:txBody>
            </p:sp>
            <p:sp>
              <p:nvSpPr>
                <p:cNvPr id="96" name="Rectangle 168">
                  <a:extLst>
                    <a:ext uri="{FF2B5EF4-FFF2-40B4-BE49-F238E27FC236}">
                      <a16:creationId xmlns:a16="http://schemas.microsoft.com/office/drawing/2014/main" id="{5BAEF20E-8672-F7AD-C78F-076F1320169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518"/>
                  <a:ext cx="468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>
                          <a:alpha val="50000"/>
                        </a:schemeClr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D" sz="2316"/>
                </a:p>
              </p:txBody>
            </p:sp>
          </p:grpSp>
          <p:grpSp>
            <p:nvGrpSpPr>
              <p:cNvPr id="14" name="Group 171">
                <a:extLst>
                  <a:ext uri="{FF2B5EF4-FFF2-40B4-BE49-F238E27FC236}">
                    <a16:creationId xmlns:a16="http://schemas.microsoft.com/office/drawing/2014/main" id="{7D3AE85A-A20F-DA9E-49BA-034EA6C0C73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8" y="518"/>
                <a:ext cx="394" cy="518"/>
                <a:chOff x="468" y="518"/>
                <a:chExt cx="394" cy="518"/>
              </a:xfrm>
            </p:grpSpPr>
            <p:sp>
              <p:nvSpPr>
                <p:cNvPr id="93" name="Rectangle 133">
                  <a:extLst>
                    <a:ext uri="{FF2B5EF4-FFF2-40B4-BE49-F238E27FC236}">
                      <a16:creationId xmlns:a16="http://schemas.microsoft.com/office/drawing/2014/main" id="{8E79A4A7-13FB-78B7-BD6E-D9B8D6CDE51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11" y="518"/>
                  <a:ext cx="308" cy="51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>
                          <a:alpha val="50000"/>
                        </a:schemeClr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r"/>
                  <a:r>
                    <a:rPr kumimoji="1" lang="en-US" altLang="en-US" sz="2316">
                      <a:cs typeface="Times New Roman" panose="02020603050405020304" pitchFamily="18" charset="0"/>
                    </a:rPr>
                    <a:t>1</a:t>
                  </a:r>
                  <a:endParaRPr kumimoji="1" lang="en-US" altLang="en-US" sz="1323">
                    <a:cs typeface="Times New Roman" panose="02020603050405020304" pitchFamily="18" charset="0"/>
                  </a:endParaRPr>
                </a:p>
                <a:p>
                  <a:pPr algn="r" eaLnBrk="0" hangingPunct="0"/>
                  <a:endParaRPr kumimoji="1" lang="en-US" altLang="en-US" sz="2316"/>
                </a:p>
              </p:txBody>
            </p:sp>
            <p:sp>
              <p:nvSpPr>
                <p:cNvPr id="94" name="Rectangle 170">
                  <a:extLst>
                    <a:ext uri="{FF2B5EF4-FFF2-40B4-BE49-F238E27FC236}">
                      <a16:creationId xmlns:a16="http://schemas.microsoft.com/office/drawing/2014/main" id="{20CBB150-373C-40A5-E306-133F654DFF7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68" y="518"/>
                  <a:ext cx="394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>
                          <a:alpha val="50000"/>
                        </a:schemeClr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D" sz="2316"/>
                </a:p>
              </p:txBody>
            </p:sp>
          </p:grpSp>
          <p:grpSp>
            <p:nvGrpSpPr>
              <p:cNvPr id="15" name="Group 173">
                <a:extLst>
                  <a:ext uri="{FF2B5EF4-FFF2-40B4-BE49-F238E27FC236}">
                    <a16:creationId xmlns:a16="http://schemas.microsoft.com/office/drawing/2014/main" id="{A8531BFD-42AA-75A2-B447-BBDFB6D4D64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62" y="518"/>
                <a:ext cx="780" cy="518"/>
                <a:chOff x="862" y="518"/>
                <a:chExt cx="780" cy="518"/>
              </a:xfrm>
            </p:grpSpPr>
            <p:sp>
              <p:nvSpPr>
                <p:cNvPr id="91" name="Rectangle 134">
                  <a:extLst>
                    <a:ext uri="{FF2B5EF4-FFF2-40B4-BE49-F238E27FC236}">
                      <a16:creationId xmlns:a16="http://schemas.microsoft.com/office/drawing/2014/main" id="{0398375F-4FCB-BD80-1EFA-4D09999CF17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05" y="518"/>
                  <a:ext cx="694" cy="51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>
                          <a:alpha val="50000"/>
                        </a:schemeClr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ctr"/>
                  <a:r>
                    <a:rPr kumimoji="1" lang="en-US" altLang="en-US" sz="2316">
                      <a:cs typeface="Times New Roman" panose="02020603050405020304" pitchFamily="18" charset="0"/>
                    </a:rPr>
                    <a:t>1/6</a:t>
                  </a:r>
                  <a:endParaRPr kumimoji="1" lang="en-US" altLang="en-US" sz="1323">
                    <a:cs typeface="Times New Roman" panose="02020603050405020304" pitchFamily="18" charset="0"/>
                  </a:endParaRPr>
                </a:p>
                <a:p>
                  <a:pPr algn="ctr" eaLnBrk="0" hangingPunct="0"/>
                  <a:endParaRPr kumimoji="1" lang="en-US" altLang="en-US" sz="2316"/>
                </a:p>
              </p:txBody>
            </p:sp>
            <p:sp>
              <p:nvSpPr>
                <p:cNvPr id="92" name="Rectangle 172">
                  <a:extLst>
                    <a:ext uri="{FF2B5EF4-FFF2-40B4-BE49-F238E27FC236}">
                      <a16:creationId xmlns:a16="http://schemas.microsoft.com/office/drawing/2014/main" id="{506459A2-0697-FB74-8A8B-972C49EB29B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62" y="518"/>
                  <a:ext cx="780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>
                          <a:alpha val="50000"/>
                        </a:schemeClr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D" sz="2316"/>
                </a:p>
              </p:txBody>
            </p:sp>
          </p:grpSp>
          <p:grpSp>
            <p:nvGrpSpPr>
              <p:cNvPr id="16" name="Group 175">
                <a:extLst>
                  <a:ext uri="{FF2B5EF4-FFF2-40B4-BE49-F238E27FC236}">
                    <a16:creationId xmlns:a16="http://schemas.microsoft.com/office/drawing/2014/main" id="{963E8B14-3ED6-0AD5-3C92-68E426AD539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642" y="518"/>
                <a:ext cx="802" cy="518"/>
                <a:chOff x="1642" y="518"/>
                <a:chExt cx="802" cy="518"/>
              </a:xfrm>
            </p:grpSpPr>
            <p:sp>
              <p:nvSpPr>
                <p:cNvPr id="89" name="Rectangle 135">
                  <a:extLst>
                    <a:ext uri="{FF2B5EF4-FFF2-40B4-BE49-F238E27FC236}">
                      <a16:creationId xmlns:a16="http://schemas.microsoft.com/office/drawing/2014/main" id="{9C501525-FF73-8BCA-1A5E-AFE34A724F5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85" y="518"/>
                  <a:ext cx="716" cy="51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>
                          <a:alpha val="50000"/>
                        </a:schemeClr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r"/>
                  <a:r>
                    <a:rPr kumimoji="1" lang="en-US" altLang="en-US" sz="2316">
                      <a:cs typeface="Times New Roman" panose="02020603050405020304" pitchFamily="18" charset="0"/>
                    </a:rPr>
                    <a:t>1/6</a:t>
                  </a:r>
                  <a:endParaRPr kumimoji="1" lang="en-US" altLang="en-US" sz="1323">
                    <a:cs typeface="Times New Roman" panose="02020603050405020304" pitchFamily="18" charset="0"/>
                  </a:endParaRPr>
                </a:p>
                <a:p>
                  <a:pPr algn="r" eaLnBrk="0" hangingPunct="0"/>
                  <a:endParaRPr kumimoji="1" lang="en-US" altLang="en-US" sz="2316"/>
                </a:p>
              </p:txBody>
            </p:sp>
            <p:sp>
              <p:nvSpPr>
                <p:cNvPr id="90" name="Rectangle 174">
                  <a:extLst>
                    <a:ext uri="{FF2B5EF4-FFF2-40B4-BE49-F238E27FC236}">
                      <a16:creationId xmlns:a16="http://schemas.microsoft.com/office/drawing/2014/main" id="{CF8C2D6E-FF40-81BB-2B5B-B33B443C0E8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42" y="518"/>
                  <a:ext cx="802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>
                          <a:alpha val="50000"/>
                        </a:schemeClr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D" sz="2316"/>
                </a:p>
              </p:txBody>
            </p:sp>
          </p:grpSp>
          <p:grpSp>
            <p:nvGrpSpPr>
              <p:cNvPr id="17" name="Group 177">
                <a:extLst>
                  <a:ext uri="{FF2B5EF4-FFF2-40B4-BE49-F238E27FC236}">
                    <a16:creationId xmlns:a16="http://schemas.microsoft.com/office/drawing/2014/main" id="{08AA547B-21BA-D749-14AF-BE45A4A66A4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1036"/>
                <a:ext cx="468" cy="518"/>
                <a:chOff x="0" y="1036"/>
                <a:chExt cx="468" cy="518"/>
              </a:xfrm>
            </p:grpSpPr>
            <p:sp>
              <p:nvSpPr>
                <p:cNvPr id="87" name="Rectangle 136">
                  <a:extLst>
                    <a:ext uri="{FF2B5EF4-FFF2-40B4-BE49-F238E27FC236}">
                      <a16:creationId xmlns:a16="http://schemas.microsoft.com/office/drawing/2014/main" id="{893A05D2-99A8-B8A5-E519-2E521D4CBC7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" y="1036"/>
                  <a:ext cx="382" cy="51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>
                          <a:alpha val="50000"/>
                        </a:schemeClr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kumimoji="1" lang="en-US" altLang="en-US" sz="2316">
                      <a:cs typeface="Times New Roman" panose="02020603050405020304" pitchFamily="18" charset="0"/>
                    </a:rPr>
                    <a:t>2</a:t>
                  </a:r>
                  <a:endParaRPr kumimoji="1" lang="en-US" altLang="en-US" sz="1323">
                    <a:cs typeface="Times New Roman" panose="02020603050405020304" pitchFamily="18" charset="0"/>
                  </a:endParaRPr>
                </a:p>
                <a:p>
                  <a:pPr eaLnBrk="0" hangingPunct="0"/>
                  <a:endParaRPr kumimoji="1" lang="en-US" altLang="en-US" sz="2316"/>
                </a:p>
              </p:txBody>
            </p:sp>
            <p:sp>
              <p:nvSpPr>
                <p:cNvPr id="88" name="Rectangle 176">
                  <a:extLst>
                    <a:ext uri="{FF2B5EF4-FFF2-40B4-BE49-F238E27FC236}">
                      <a16:creationId xmlns:a16="http://schemas.microsoft.com/office/drawing/2014/main" id="{83887C5C-B5A4-EBC3-25E9-1CAD29A1205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1036"/>
                  <a:ext cx="468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>
                          <a:alpha val="50000"/>
                        </a:schemeClr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D" sz="2316"/>
                </a:p>
              </p:txBody>
            </p:sp>
          </p:grpSp>
          <p:grpSp>
            <p:nvGrpSpPr>
              <p:cNvPr id="18" name="Group 179">
                <a:extLst>
                  <a:ext uri="{FF2B5EF4-FFF2-40B4-BE49-F238E27FC236}">
                    <a16:creationId xmlns:a16="http://schemas.microsoft.com/office/drawing/2014/main" id="{01677934-F230-0E79-9023-38B82959A31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8" y="1036"/>
                <a:ext cx="394" cy="518"/>
                <a:chOff x="468" y="1036"/>
                <a:chExt cx="394" cy="518"/>
              </a:xfrm>
            </p:grpSpPr>
            <p:sp>
              <p:nvSpPr>
                <p:cNvPr id="85" name="Rectangle 137">
                  <a:extLst>
                    <a:ext uri="{FF2B5EF4-FFF2-40B4-BE49-F238E27FC236}">
                      <a16:creationId xmlns:a16="http://schemas.microsoft.com/office/drawing/2014/main" id="{B36015E7-DAA3-A90D-D26C-26A176C38A9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11" y="1036"/>
                  <a:ext cx="308" cy="51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>
                          <a:alpha val="50000"/>
                        </a:schemeClr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r"/>
                  <a:r>
                    <a:rPr kumimoji="1" lang="en-US" altLang="en-US" sz="2316">
                      <a:cs typeface="Times New Roman" panose="02020603050405020304" pitchFamily="18" charset="0"/>
                    </a:rPr>
                    <a:t>4</a:t>
                  </a:r>
                  <a:endParaRPr kumimoji="1" lang="en-US" altLang="en-US" sz="1323">
                    <a:cs typeface="Times New Roman" panose="02020603050405020304" pitchFamily="18" charset="0"/>
                  </a:endParaRPr>
                </a:p>
                <a:p>
                  <a:pPr algn="r" eaLnBrk="0" hangingPunct="0"/>
                  <a:endParaRPr kumimoji="1" lang="en-US" altLang="en-US" sz="2316"/>
                </a:p>
              </p:txBody>
            </p:sp>
            <p:sp>
              <p:nvSpPr>
                <p:cNvPr id="86" name="Rectangle 178">
                  <a:extLst>
                    <a:ext uri="{FF2B5EF4-FFF2-40B4-BE49-F238E27FC236}">
                      <a16:creationId xmlns:a16="http://schemas.microsoft.com/office/drawing/2014/main" id="{9AECCB05-2AFF-6C44-896A-43BABD458B4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68" y="1036"/>
                  <a:ext cx="394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>
                          <a:alpha val="50000"/>
                        </a:schemeClr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D" sz="2316"/>
                </a:p>
              </p:txBody>
            </p:sp>
          </p:grpSp>
          <p:grpSp>
            <p:nvGrpSpPr>
              <p:cNvPr id="19" name="Group 181">
                <a:extLst>
                  <a:ext uri="{FF2B5EF4-FFF2-40B4-BE49-F238E27FC236}">
                    <a16:creationId xmlns:a16="http://schemas.microsoft.com/office/drawing/2014/main" id="{ACF3D7AA-16A0-7233-ACD2-A30B09A2580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62" y="1036"/>
                <a:ext cx="780" cy="518"/>
                <a:chOff x="862" y="1036"/>
                <a:chExt cx="780" cy="518"/>
              </a:xfrm>
            </p:grpSpPr>
            <p:sp>
              <p:nvSpPr>
                <p:cNvPr id="83" name="Rectangle 138">
                  <a:extLst>
                    <a:ext uri="{FF2B5EF4-FFF2-40B4-BE49-F238E27FC236}">
                      <a16:creationId xmlns:a16="http://schemas.microsoft.com/office/drawing/2014/main" id="{48756B8A-C7B9-A0F9-E17B-2137E54D327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05" y="1036"/>
                  <a:ext cx="694" cy="51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>
                          <a:alpha val="50000"/>
                        </a:schemeClr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ctr"/>
                  <a:r>
                    <a:rPr kumimoji="1" lang="en-US" altLang="en-US" sz="2316">
                      <a:cs typeface="Times New Roman" panose="02020603050405020304" pitchFamily="18" charset="0"/>
                    </a:rPr>
                    <a:t>1/6</a:t>
                  </a:r>
                  <a:endParaRPr kumimoji="1" lang="en-US" altLang="en-US" sz="1323">
                    <a:cs typeface="Times New Roman" panose="02020603050405020304" pitchFamily="18" charset="0"/>
                  </a:endParaRPr>
                </a:p>
                <a:p>
                  <a:pPr algn="ctr" eaLnBrk="0" hangingPunct="0"/>
                  <a:endParaRPr kumimoji="1" lang="en-US" altLang="en-US" sz="2316"/>
                </a:p>
              </p:txBody>
            </p:sp>
            <p:sp>
              <p:nvSpPr>
                <p:cNvPr id="84" name="Rectangle 180">
                  <a:extLst>
                    <a:ext uri="{FF2B5EF4-FFF2-40B4-BE49-F238E27FC236}">
                      <a16:creationId xmlns:a16="http://schemas.microsoft.com/office/drawing/2014/main" id="{ADC70318-56DD-E58E-613F-09B33856C2B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62" y="1036"/>
                  <a:ext cx="780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>
                          <a:alpha val="50000"/>
                        </a:schemeClr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D" sz="2316"/>
                </a:p>
              </p:txBody>
            </p:sp>
          </p:grpSp>
          <p:grpSp>
            <p:nvGrpSpPr>
              <p:cNvPr id="20" name="Group 183">
                <a:extLst>
                  <a:ext uri="{FF2B5EF4-FFF2-40B4-BE49-F238E27FC236}">
                    <a16:creationId xmlns:a16="http://schemas.microsoft.com/office/drawing/2014/main" id="{2C863EB0-F1F8-99D8-8B6E-5ACD9A74B4C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642" y="1036"/>
                <a:ext cx="802" cy="518"/>
                <a:chOff x="1642" y="1036"/>
                <a:chExt cx="802" cy="518"/>
              </a:xfrm>
            </p:grpSpPr>
            <p:sp>
              <p:nvSpPr>
                <p:cNvPr id="81" name="Rectangle 139">
                  <a:extLst>
                    <a:ext uri="{FF2B5EF4-FFF2-40B4-BE49-F238E27FC236}">
                      <a16:creationId xmlns:a16="http://schemas.microsoft.com/office/drawing/2014/main" id="{EFDAA150-DEBB-BF69-38C2-A8695610471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85" y="1036"/>
                  <a:ext cx="716" cy="51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>
                          <a:alpha val="50000"/>
                        </a:schemeClr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r"/>
                  <a:r>
                    <a:rPr kumimoji="1" lang="en-US" altLang="en-US" sz="2316">
                      <a:cs typeface="Times New Roman" panose="02020603050405020304" pitchFamily="18" charset="0"/>
                    </a:rPr>
                    <a:t>2/3</a:t>
                  </a:r>
                  <a:endParaRPr kumimoji="1" lang="en-US" altLang="en-US" sz="1323">
                    <a:cs typeface="Times New Roman" panose="02020603050405020304" pitchFamily="18" charset="0"/>
                  </a:endParaRPr>
                </a:p>
                <a:p>
                  <a:pPr algn="r" eaLnBrk="0" hangingPunct="0"/>
                  <a:endParaRPr kumimoji="1" lang="en-US" altLang="en-US" sz="2316"/>
                </a:p>
              </p:txBody>
            </p:sp>
            <p:sp>
              <p:nvSpPr>
                <p:cNvPr id="82" name="Rectangle 182">
                  <a:extLst>
                    <a:ext uri="{FF2B5EF4-FFF2-40B4-BE49-F238E27FC236}">
                      <a16:creationId xmlns:a16="http://schemas.microsoft.com/office/drawing/2014/main" id="{54C64348-AE87-E75F-9584-939411688D5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42" y="1036"/>
                  <a:ext cx="802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>
                          <a:alpha val="50000"/>
                        </a:schemeClr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D" sz="2316"/>
                </a:p>
              </p:txBody>
            </p:sp>
          </p:grpSp>
          <p:grpSp>
            <p:nvGrpSpPr>
              <p:cNvPr id="21" name="Group 185">
                <a:extLst>
                  <a:ext uri="{FF2B5EF4-FFF2-40B4-BE49-F238E27FC236}">
                    <a16:creationId xmlns:a16="http://schemas.microsoft.com/office/drawing/2014/main" id="{1EFD913F-DDE0-78AE-1EC0-0AA6C55ED86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1554"/>
                <a:ext cx="468" cy="518"/>
                <a:chOff x="0" y="1554"/>
                <a:chExt cx="468" cy="518"/>
              </a:xfrm>
            </p:grpSpPr>
            <p:sp>
              <p:nvSpPr>
                <p:cNvPr id="79" name="Rectangle 140">
                  <a:extLst>
                    <a:ext uri="{FF2B5EF4-FFF2-40B4-BE49-F238E27FC236}">
                      <a16:creationId xmlns:a16="http://schemas.microsoft.com/office/drawing/2014/main" id="{99FF4A4D-F3A5-0315-7A18-CD7B0F1883E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" y="1554"/>
                  <a:ext cx="382" cy="51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>
                          <a:alpha val="50000"/>
                        </a:schemeClr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kumimoji="1" lang="en-US" altLang="en-US" sz="2316">
                      <a:cs typeface="Times New Roman" panose="02020603050405020304" pitchFamily="18" charset="0"/>
                    </a:rPr>
                    <a:t>3</a:t>
                  </a:r>
                  <a:endParaRPr kumimoji="1" lang="en-US" altLang="en-US" sz="1323">
                    <a:cs typeface="Times New Roman" panose="02020603050405020304" pitchFamily="18" charset="0"/>
                  </a:endParaRPr>
                </a:p>
                <a:p>
                  <a:pPr eaLnBrk="0" hangingPunct="0"/>
                  <a:endParaRPr kumimoji="1" lang="en-US" altLang="en-US" sz="2316"/>
                </a:p>
              </p:txBody>
            </p:sp>
            <p:sp>
              <p:nvSpPr>
                <p:cNvPr id="80" name="Rectangle 184">
                  <a:extLst>
                    <a:ext uri="{FF2B5EF4-FFF2-40B4-BE49-F238E27FC236}">
                      <a16:creationId xmlns:a16="http://schemas.microsoft.com/office/drawing/2014/main" id="{0146A9F9-2410-3582-1E2C-405339324C1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1554"/>
                  <a:ext cx="468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>
                          <a:alpha val="50000"/>
                        </a:schemeClr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D" sz="2316"/>
                </a:p>
              </p:txBody>
            </p:sp>
          </p:grpSp>
          <p:grpSp>
            <p:nvGrpSpPr>
              <p:cNvPr id="22" name="Group 187">
                <a:extLst>
                  <a:ext uri="{FF2B5EF4-FFF2-40B4-BE49-F238E27FC236}">
                    <a16:creationId xmlns:a16="http://schemas.microsoft.com/office/drawing/2014/main" id="{A6FA6D83-25DE-F120-7989-ACD6E1D46FA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8" y="1554"/>
                <a:ext cx="394" cy="518"/>
                <a:chOff x="468" y="1554"/>
                <a:chExt cx="394" cy="518"/>
              </a:xfrm>
            </p:grpSpPr>
            <p:sp>
              <p:nvSpPr>
                <p:cNvPr id="77" name="Rectangle 141">
                  <a:extLst>
                    <a:ext uri="{FF2B5EF4-FFF2-40B4-BE49-F238E27FC236}">
                      <a16:creationId xmlns:a16="http://schemas.microsoft.com/office/drawing/2014/main" id="{F9DFBF15-49AD-79C2-A358-A10F9E57F74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11" y="1554"/>
                  <a:ext cx="308" cy="51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>
                          <a:alpha val="50000"/>
                        </a:schemeClr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r"/>
                  <a:r>
                    <a:rPr kumimoji="1" lang="en-US" altLang="en-US" sz="2316">
                      <a:cs typeface="Times New Roman" panose="02020603050405020304" pitchFamily="18" charset="0"/>
                    </a:rPr>
                    <a:t>9</a:t>
                  </a:r>
                  <a:endParaRPr kumimoji="1" lang="en-US" altLang="en-US" sz="1323">
                    <a:cs typeface="Times New Roman" panose="02020603050405020304" pitchFamily="18" charset="0"/>
                  </a:endParaRPr>
                </a:p>
                <a:p>
                  <a:pPr algn="r" eaLnBrk="0" hangingPunct="0"/>
                  <a:endParaRPr kumimoji="1" lang="en-US" altLang="en-US" sz="2316"/>
                </a:p>
              </p:txBody>
            </p:sp>
            <p:sp>
              <p:nvSpPr>
                <p:cNvPr id="78" name="Rectangle 186">
                  <a:extLst>
                    <a:ext uri="{FF2B5EF4-FFF2-40B4-BE49-F238E27FC236}">
                      <a16:creationId xmlns:a16="http://schemas.microsoft.com/office/drawing/2014/main" id="{9CBF47D2-0A43-5409-EBFA-0F20CF81A58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68" y="1554"/>
                  <a:ext cx="394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>
                          <a:alpha val="50000"/>
                        </a:schemeClr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D" sz="2316"/>
                </a:p>
              </p:txBody>
            </p:sp>
          </p:grpSp>
          <p:grpSp>
            <p:nvGrpSpPr>
              <p:cNvPr id="23" name="Group 189">
                <a:extLst>
                  <a:ext uri="{FF2B5EF4-FFF2-40B4-BE49-F238E27FC236}">
                    <a16:creationId xmlns:a16="http://schemas.microsoft.com/office/drawing/2014/main" id="{A4B7C640-1A45-C1C3-CC2B-8FA00D8A5A8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62" y="1554"/>
                <a:ext cx="780" cy="518"/>
                <a:chOff x="862" y="1554"/>
                <a:chExt cx="780" cy="518"/>
              </a:xfrm>
            </p:grpSpPr>
            <p:sp>
              <p:nvSpPr>
                <p:cNvPr id="75" name="Rectangle 142">
                  <a:extLst>
                    <a:ext uri="{FF2B5EF4-FFF2-40B4-BE49-F238E27FC236}">
                      <a16:creationId xmlns:a16="http://schemas.microsoft.com/office/drawing/2014/main" id="{6AF574C9-0BA3-27F6-1189-FEA418420E3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05" y="1554"/>
                  <a:ext cx="694" cy="51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>
                          <a:alpha val="50000"/>
                        </a:schemeClr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ctr"/>
                  <a:r>
                    <a:rPr kumimoji="1" lang="en-US" altLang="en-US" sz="2316">
                      <a:cs typeface="Times New Roman" panose="02020603050405020304" pitchFamily="18" charset="0"/>
                    </a:rPr>
                    <a:t>1/6</a:t>
                  </a:r>
                  <a:endParaRPr kumimoji="1" lang="en-US" altLang="en-US" sz="1323">
                    <a:cs typeface="Times New Roman" panose="02020603050405020304" pitchFamily="18" charset="0"/>
                  </a:endParaRPr>
                </a:p>
                <a:p>
                  <a:pPr algn="ctr" eaLnBrk="0" hangingPunct="0"/>
                  <a:endParaRPr kumimoji="1" lang="en-US" altLang="en-US" sz="2316"/>
                </a:p>
              </p:txBody>
            </p:sp>
            <p:sp>
              <p:nvSpPr>
                <p:cNvPr id="76" name="Rectangle 188">
                  <a:extLst>
                    <a:ext uri="{FF2B5EF4-FFF2-40B4-BE49-F238E27FC236}">
                      <a16:creationId xmlns:a16="http://schemas.microsoft.com/office/drawing/2014/main" id="{738F3D35-B75E-1F3A-A741-0AD19FB0E15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62" y="1554"/>
                  <a:ext cx="780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>
                          <a:alpha val="50000"/>
                        </a:schemeClr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D" sz="2316"/>
                </a:p>
              </p:txBody>
            </p:sp>
          </p:grpSp>
          <p:grpSp>
            <p:nvGrpSpPr>
              <p:cNvPr id="24" name="Group 191">
                <a:extLst>
                  <a:ext uri="{FF2B5EF4-FFF2-40B4-BE49-F238E27FC236}">
                    <a16:creationId xmlns:a16="http://schemas.microsoft.com/office/drawing/2014/main" id="{47F74B6B-3A88-27F3-CCB5-FC9ED4B4C26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642" y="1554"/>
                <a:ext cx="802" cy="518"/>
                <a:chOff x="1642" y="1554"/>
                <a:chExt cx="802" cy="518"/>
              </a:xfrm>
            </p:grpSpPr>
            <p:sp>
              <p:nvSpPr>
                <p:cNvPr id="73" name="Rectangle 143">
                  <a:extLst>
                    <a:ext uri="{FF2B5EF4-FFF2-40B4-BE49-F238E27FC236}">
                      <a16:creationId xmlns:a16="http://schemas.microsoft.com/office/drawing/2014/main" id="{D9BBDA3E-D360-FA7C-3DF4-21689477DDD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85" y="1554"/>
                  <a:ext cx="716" cy="51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>
                          <a:alpha val="50000"/>
                        </a:schemeClr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r"/>
                  <a:r>
                    <a:rPr kumimoji="1" lang="en-US" altLang="en-US" sz="2316">
                      <a:cs typeface="Times New Roman" panose="02020603050405020304" pitchFamily="18" charset="0"/>
                    </a:rPr>
                    <a:t>1 ½</a:t>
                  </a:r>
                  <a:endParaRPr kumimoji="1" lang="en-US" altLang="en-US" sz="1323">
                    <a:cs typeface="Times New Roman" panose="02020603050405020304" pitchFamily="18" charset="0"/>
                  </a:endParaRPr>
                </a:p>
                <a:p>
                  <a:pPr algn="r" eaLnBrk="0" hangingPunct="0"/>
                  <a:endParaRPr kumimoji="1" lang="en-US" altLang="en-US" sz="2316"/>
                </a:p>
              </p:txBody>
            </p:sp>
            <p:sp>
              <p:nvSpPr>
                <p:cNvPr id="74" name="Rectangle 190">
                  <a:extLst>
                    <a:ext uri="{FF2B5EF4-FFF2-40B4-BE49-F238E27FC236}">
                      <a16:creationId xmlns:a16="http://schemas.microsoft.com/office/drawing/2014/main" id="{7AB2E6DC-FBAC-71BE-8C2D-F2B785BCEE1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42" y="1554"/>
                  <a:ext cx="802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>
                          <a:alpha val="50000"/>
                        </a:schemeClr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D" sz="2316"/>
                </a:p>
              </p:txBody>
            </p:sp>
          </p:grpSp>
          <p:grpSp>
            <p:nvGrpSpPr>
              <p:cNvPr id="25" name="Group 193">
                <a:extLst>
                  <a:ext uri="{FF2B5EF4-FFF2-40B4-BE49-F238E27FC236}">
                    <a16:creationId xmlns:a16="http://schemas.microsoft.com/office/drawing/2014/main" id="{77510B36-151C-6027-5607-4FB22692619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2072"/>
                <a:ext cx="468" cy="518"/>
                <a:chOff x="0" y="2072"/>
                <a:chExt cx="468" cy="518"/>
              </a:xfrm>
            </p:grpSpPr>
            <p:sp>
              <p:nvSpPr>
                <p:cNvPr id="71" name="Rectangle 144">
                  <a:extLst>
                    <a:ext uri="{FF2B5EF4-FFF2-40B4-BE49-F238E27FC236}">
                      <a16:creationId xmlns:a16="http://schemas.microsoft.com/office/drawing/2014/main" id="{E19BDBE1-0E29-E44A-27B8-E57240E3F6D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" y="2072"/>
                  <a:ext cx="382" cy="51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>
                          <a:alpha val="50000"/>
                        </a:schemeClr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kumimoji="1" lang="en-US" altLang="en-US" sz="2316">
                      <a:cs typeface="Times New Roman" panose="02020603050405020304" pitchFamily="18" charset="0"/>
                    </a:rPr>
                    <a:t>4</a:t>
                  </a:r>
                  <a:endParaRPr kumimoji="1" lang="en-US" altLang="en-US" sz="1323">
                    <a:cs typeface="Times New Roman" panose="02020603050405020304" pitchFamily="18" charset="0"/>
                  </a:endParaRPr>
                </a:p>
                <a:p>
                  <a:pPr eaLnBrk="0" hangingPunct="0"/>
                  <a:endParaRPr kumimoji="1" lang="en-US" altLang="en-US" sz="2316"/>
                </a:p>
              </p:txBody>
            </p:sp>
            <p:sp>
              <p:nvSpPr>
                <p:cNvPr id="72" name="Rectangle 192">
                  <a:extLst>
                    <a:ext uri="{FF2B5EF4-FFF2-40B4-BE49-F238E27FC236}">
                      <a16:creationId xmlns:a16="http://schemas.microsoft.com/office/drawing/2014/main" id="{D785E0AC-9FCB-E6EA-189D-3E83E33DAF7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2072"/>
                  <a:ext cx="468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>
                          <a:alpha val="50000"/>
                        </a:schemeClr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D" sz="2316"/>
                </a:p>
              </p:txBody>
            </p:sp>
          </p:grpSp>
          <p:grpSp>
            <p:nvGrpSpPr>
              <p:cNvPr id="26" name="Group 195">
                <a:extLst>
                  <a:ext uri="{FF2B5EF4-FFF2-40B4-BE49-F238E27FC236}">
                    <a16:creationId xmlns:a16="http://schemas.microsoft.com/office/drawing/2014/main" id="{7EBEC9CD-DFA7-F5B6-0B41-E5A376AC24F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8" y="2072"/>
                <a:ext cx="394" cy="518"/>
                <a:chOff x="468" y="2072"/>
                <a:chExt cx="394" cy="518"/>
              </a:xfrm>
            </p:grpSpPr>
            <p:sp>
              <p:nvSpPr>
                <p:cNvPr id="69" name="Rectangle 145">
                  <a:extLst>
                    <a:ext uri="{FF2B5EF4-FFF2-40B4-BE49-F238E27FC236}">
                      <a16:creationId xmlns:a16="http://schemas.microsoft.com/office/drawing/2014/main" id="{6EFDF1BD-4D3F-CF03-401A-59CCDCF19E2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11" y="2072"/>
                  <a:ext cx="308" cy="51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>
                          <a:alpha val="50000"/>
                        </a:schemeClr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r"/>
                  <a:r>
                    <a:rPr kumimoji="1" lang="en-US" altLang="en-US" sz="2316">
                      <a:cs typeface="Times New Roman" panose="02020603050405020304" pitchFamily="18" charset="0"/>
                    </a:rPr>
                    <a:t>16</a:t>
                  </a:r>
                  <a:endParaRPr kumimoji="1" lang="en-US" altLang="en-US" sz="1323">
                    <a:cs typeface="Times New Roman" panose="02020603050405020304" pitchFamily="18" charset="0"/>
                  </a:endParaRPr>
                </a:p>
                <a:p>
                  <a:pPr algn="r" eaLnBrk="0" hangingPunct="0"/>
                  <a:endParaRPr kumimoji="1" lang="en-US" altLang="en-US" sz="2316"/>
                </a:p>
              </p:txBody>
            </p:sp>
            <p:sp>
              <p:nvSpPr>
                <p:cNvPr id="70" name="Rectangle 194">
                  <a:extLst>
                    <a:ext uri="{FF2B5EF4-FFF2-40B4-BE49-F238E27FC236}">
                      <a16:creationId xmlns:a16="http://schemas.microsoft.com/office/drawing/2014/main" id="{EEC405F7-936C-3AE6-20ED-AEEFAE1D5B9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68" y="2072"/>
                  <a:ext cx="394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>
                          <a:alpha val="50000"/>
                        </a:schemeClr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D" sz="2316"/>
                </a:p>
              </p:txBody>
            </p:sp>
          </p:grpSp>
          <p:grpSp>
            <p:nvGrpSpPr>
              <p:cNvPr id="27" name="Group 197">
                <a:extLst>
                  <a:ext uri="{FF2B5EF4-FFF2-40B4-BE49-F238E27FC236}">
                    <a16:creationId xmlns:a16="http://schemas.microsoft.com/office/drawing/2014/main" id="{74F2AF47-54D8-82D0-C489-5C745D879FD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62" y="2072"/>
                <a:ext cx="780" cy="518"/>
                <a:chOff x="862" y="2072"/>
                <a:chExt cx="780" cy="518"/>
              </a:xfrm>
            </p:grpSpPr>
            <p:sp>
              <p:nvSpPr>
                <p:cNvPr id="67" name="Rectangle 146">
                  <a:extLst>
                    <a:ext uri="{FF2B5EF4-FFF2-40B4-BE49-F238E27FC236}">
                      <a16:creationId xmlns:a16="http://schemas.microsoft.com/office/drawing/2014/main" id="{3C5FD084-E9C9-61F8-8A2F-07B51DCAA66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05" y="2072"/>
                  <a:ext cx="694" cy="51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>
                          <a:alpha val="50000"/>
                        </a:schemeClr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ctr"/>
                  <a:r>
                    <a:rPr kumimoji="1" lang="en-US" altLang="en-US" sz="2316">
                      <a:cs typeface="Times New Roman" panose="02020603050405020304" pitchFamily="18" charset="0"/>
                    </a:rPr>
                    <a:t>1/6</a:t>
                  </a:r>
                  <a:endParaRPr kumimoji="1" lang="en-US" altLang="en-US" sz="1323">
                    <a:cs typeface="Times New Roman" panose="02020603050405020304" pitchFamily="18" charset="0"/>
                  </a:endParaRPr>
                </a:p>
                <a:p>
                  <a:pPr algn="ctr" eaLnBrk="0" hangingPunct="0"/>
                  <a:endParaRPr kumimoji="1" lang="en-US" altLang="en-US" sz="2316"/>
                </a:p>
              </p:txBody>
            </p:sp>
            <p:sp>
              <p:nvSpPr>
                <p:cNvPr id="68" name="Rectangle 196">
                  <a:extLst>
                    <a:ext uri="{FF2B5EF4-FFF2-40B4-BE49-F238E27FC236}">
                      <a16:creationId xmlns:a16="http://schemas.microsoft.com/office/drawing/2014/main" id="{D5402C2A-F0DD-E3FB-0D25-2853632EDDF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62" y="2072"/>
                  <a:ext cx="780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>
                          <a:alpha val="50000"/>
                        </a:schemeClr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D" sz="2316"/>
                </a:p>
              </p:txBody>
            </p:sp>
          </p:grpSp>
          <p:grpSp>
            <p:nvGrpSpPr>
              <p:cNvPr id="28" name="Group 199">
                <a:extLst>
                  <a:ext uri="{FF2B5EF4-FFF2-40B4-BE49-F238E27FC236}">
                    <a16:creationId xmlns:a16="http://schemas.microsoft.com/office/drawing/2014/main" id="{34F0CB72-7E0C-DA2E-4A39-C50499AF2EE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642" y="2072"/>
                <a:ext cx="802" cy="518"/>
                <a:chOff x="1642" y="2072"/>
                <a:chExt cx="802" cy="518"/>
              </a:xfrm>
            </p:grpSpPr>
            <p:sp>
              <p:nvSpPr>
                <p:cNvPr id="65" name="Rectangle 147">
                  <a:extLst>
                    <a:ext uri="{FF2B5EF4-FFF2-40B4-BE49-F238E27FC236}">
                      <a16:creationId xmlns:a16="http://schemas.microsoft.com/office/drawing/2014/main" id="{515EFD37-CA37-DED3-D91E-5402489887E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85" y="2072"/>
                  <a:ext cx="716" cy="51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>
                          <a:alpha val="50000"/>
                        </a:schemeClr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r"/>
                  <a:r>
                    <a:rPr kumimoji="1" lang="en-US" altLang="en-US" sz="2316">
                      <a:cs typeface="Times New Roman" panose="02020603050405020304" pitchFamily="18" charset="0"/>
                    </a:rPr>
                    <a:t>2 2/3</a:t>
                  </a:r>
                  <a:endParaRPr kumimoji="1" lang="en-US" altLang="en-US" sz="1323">
                    <a:cs typeface="Times New Roman" panose="02020603050405020304" pitchFamily="18" charset="0"/>
                  </a:endParaRPr>
                </a:p>
                <a:p>
                  <a:pPr algn="r" eaLnBrk="0" hangingPunct="0"/>
                  <a:endParaRPr kumimoji="1" lang="en-US" altLang="en-US" sz="2316"/>
                </a:p>
              </p:txBody>
            </p:sp>
            <p:sp>
              <p:nvSpPr>
                <p:cNvPr id="66" name="Rectangle 198">
                  <a:extLst>
                    <a:ext uri="{FF2B5EF4-FFF2-40B4-BE49-F238E27FC236}">
                      <a16:creationId xmlns:a16="http://schemas.microsoft.com/office/drawing/2014/main" id="{E65B113F-6AF2-02DE-93BC-50C4784DDF9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42" y="2072"/>
                  <a:ext cx="802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>
                          <a:alpha val="50000"/>
                        </a:schemeClr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D" sz="2316"/>
                </a:p>
              </p:txBody>
            </p:sp>
          </p:grpSp>
          <p:grpSp>
            <p:nvGrpSpPr>
              <p:cNvPr id="29" name="Group 201">
                <a:extLst>
                  <a:ext uri="{FF2B5EF4-FFF2-40B4-BE49-F238E27FC236}">
                    <a16:creationId xmlns:a16="http://schemas.microsoft.com/office/drawing/2014/main" id="{22F395C4-F251-5A94-CFEF-E51EDD72AAB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2590"/>
                <a:ext cx="468" cy="518"/>
                <a:chOff x="0" y="2590"/>
                <a:chExt cx="468" cy="518"/>
              </a:xfrm>
            </p:grpSpPr>
            <p:sp>
              <p:nvSpPr>
                <p:cNvPr id="63" name="Rectangle 148">
                  <a:extLst>
                    <a:ext uri="{FF2B5EF4-FFF2-40B4-BE49-F238E27FC236}">
                      <a16:creationId xmlns:a16="http://schemas.microsoft.com/office/drawing/2014/main" id="{AF4F7479-DCAD-0F13-502C-E57745DDAD8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" y="2590"/>
                  <a:ext cx="382" cy="51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>
                          <a:alpha val="50000"/>
                        </a:schemeClr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kumimoji="1" lang="en-US" altLang="en-US" sz="2316">
                      <a:cs typeface="Times New Roman" panose="02020603050405020304" pitchFamily="18" charset="0"/>
                    </a:rPr>
                    <a:t>5</a:t>
                  </a:r>
                  <a:endParaRPr kumimoji="1" lang="en-US" altLang="en-US" sz="1323">
                    <a:cs typeface="Times New Roman" panose="02020603050405020304" pitchFamily="18" charset="0"/>
                  </a:endParaRPr>
                </a:p>
                <a:p>
                  <a:pPr eaLnBrk="0" hangingPunct="0"/>
                  <a:endParaRPr kumimoji="1" lang="en-US" altLang="en-US" sz="2316"/>
                </a:p>
              </p:txBody>
            </p:sp>
            <p:sp>
              <p:nvSpPr>
                <p:cNvPr id="64" name="Rectangle 200">
                  <a:extLst>
                    <a:ext uri="{FF2B5EF4-FFF2-40B4-BE49-F238E27FC236}">
                      <a16:creationId xmlns:a16="http://schemas.microsoft.com/office/drawing/2014/main" id="{8F09B6FC-8E7E-498C-56F9-7ABFCE982D6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2590"/>
                  <a:ext cx="468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>
                          <a:alpha val="50000"/>
                        </a:schemeClr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D" sz="2316"/>
                </a:p>
              </p:txBody>
            </p:sp>
          </p:grpSp>
          <p:grpSp>
            <p:nvGrpSpPr>
              <p:cNvPr id="30" name="Group 203">
                <a:extLst>
                  <a:ext uri="{FF2B5EF4-FFF2-40B4-BE49-F238E27FC236}">
                    <a16:creationId xmlns:a16="http://schemas.microsoft.com/office/drawing/2014/main" id="{D40E8104-EBD8-7D9C-A4C1-7329E099857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8" y="2590"/>
                <a:ext cx="394" cy="518"/>
                <a:chOff x="468" y="2590"/>
                <a:chExt cx="394" cy="518"/>
              </a:xfrm>
            </p:grpSpPr>
            <p:sp>
              <p:nvSpPr>
                <p:cNvPr id="61" name="Rectangle 149">
                  <a:extLst>
                    <a:ext uri="{FF2B5EF4-FFF2-40B4-BE49-F238E27FC236}">
                      <a16:creationId xmlns:a16="http://schemas.microsoft.com/office/drawing/2014/main" id="{5309115E-0D9A-A30D-2139-E263D316724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11" y="2590"/>
                  <a:ext cx="308" cy="51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>
                          <a:alpha val="50000"/>
                        </a:schemeClr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r"/>
                  <a:r>
                    <a:rPr kumimoji="1" lang="en-US" altLang="en-US" sz="2316">
                      <a:cs typeface="Times New Roman" panose="02020603050405020304" pitchFamily="18" charset="0"/>
                    </a:rPr>
                    <a:t>25</a:t>
                  </a:r>
                  <a:endParaRPr kumimoji="1" lang="en-US" altLang="en-US" sz="1323">
                    <a:cs typeface="Times New Roman" panose="02020603050405020304" pitchFamily="18" charset="0"/>
                  </a:endParaRPr>
                </a:p>
                <a:p>
                  <a:pPr algn="r" eaLnBrk="0" hangingPunct="0"/>
                  <a:endParaRPr kumimoji="1" lang="en-US" altLang="en-US" sz="2316"/>
                </a:p>
              </p:txBody>
            </p:sp>
            <p:sp>
              <p:nvSpPr>
                <p:cNvPr id="62" name="Rectangle 202">
                  <a:extLst>
                    <a:ext uri="{FF2B5EF4-FFF2-40B4-BE49-F238E27FC236}">
                      <a16:creationId xmlns:a16="http://schemas.microsoft.com/office/drawing/2014/main" id="{5CB66FAC-47CE-DE23-8E8B-BA2DA8B434C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68" y="2590"/>
                  <a:ext cx="394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>
                          <a:alpha val="50000"/>
                        </a:schemeClr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D" sz="2316"/>
                </a:p>
              </p:txBody>
            </p:sp>
          </p:grpSp>
          <p:grpSp>
            <p:nvGrpSpPr>
              <p:cNvPr id="31" name="Group 205">
                <a:extLst>
                  <a:ext uri="{FF2B5EF4-FFF2-40B4-BE49-F238E27FC236}">
                    <a16:creationId xmlns:a16="http://schemas.microsoft.com/office/drawing/2014/main" id="{132F8BBD-9858-2601-34C0-C8301CB97A5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62" y="2590"/>
                <a:ext cx="780" cy="518"/>
                <a:chOff x="862" y="2590"/>
                <a:chExt cx="780" cy="518"/>
              </a:xfrm>
            </p:grpSpPr>
            <p:sp>
              <p:nvSpPr>
                <p:cNvPr id="59" name="Rectangle 150">
                  <a:extLst>
                    <a:ext uri="{FF2B5EF4-FFF2-40B4-BE49-F238E27FC236}">
                      <a16:creationId xmlns:a16="http://schemas.microsoft.com/office/drawing/2014/main" id="{8F5C80A6-BF68-8A3F-5022-3E9D3970321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05" y="2590"/>
                  <a:ext cx="694" cy="51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>
                          <a:alpha val="50000"/>
                        </a:schemeClr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ctr"/>
                  <a:r>
                    <a:rPr kumimoji="1" lang="en-US" altLang="en-US" sz="2316">
                      <a:cs typeface="Times New Roman" panose="02020603050405020304" pitchFamily="18" charset="0"/>
                    </a:rPr>
                    <a:t>1/6</a:t>
                  </a:r>
                  <a:endParaRPr kumimoji="1" lang="en-US" altLang="en-US" sz="1323">
                    <a:cs typeface="Times New Roman" panose="02020603050405020304" pitchFamily="18" charset="0"/>
                  </a:endParaRPr>
                </a:p>
                <a:p>
                  <a:pPr algn="ctr" eaLnBrk="0" hangingPunct="0"/>
                  <a:endParaRPr kumimoji="1" lang="en-US" altLang="en-US" sz="2316"/>
                </a:p>
              </p:txBody>
            </p:sp>
            <p:sp>
              <p:nvSpPr>
                <p:cNvPr id="60" name="Rectangle 204">
                  <a:extLst>
                    <a:ext uri="{FF2B5EF4-FFF2-40B4-BE49-F238E27FC236}">
                      <a16:creationId xmlns:a16="http://schemas.microsoft.com/office/drawing/2014/main" id="{B4717D03-014C-2F95-58CE-F5AD18B4E79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62" y="2590"/>
                  <a:ext cx="780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>
                          <a:alpha val="50000"/>
                        </a:schemeClr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D" sz="2316"/>
                </a:p>
              </p:txBody>
            </p:sp>
          </p:grpSp>
          <p:grpSp>
            <p:nvGrpSpPr>
              <p:cNvPr id="32" name="Group 207">
                <a:extLst>
                  <a:ext uri="{FF2B5EF4-FFF2-40B4-BE49-F238E27FC236}">
                    <a16:creationId xmlns:a16="http://schemas.microsoft.com/office/drawing/2014/main" id="{0C3DD689-EE2D-3F3E-06A8-20A4C3979AF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642" y="2590"/>
                <a:ext cx="802" cy="518"/>
                <a:chOff x="1642" y="2590"/>
                <a:chExt cx="802" cy="518"/>
              </a:xfrm>
            </p:grpSpPr>
            <p:sp>
              <p:nvSpPr>
                <p:cNvPr id="57" name="Rectangle 151">
                  <a:extLst>
                    <a:ext uri="{FF2B5EF4-FFF2-40B4-BE49-F238E27FC236}">
                      <a16:creationId xmlns:a16="http://schemas.microsoft.com/office/drawing/2014/main" id="{96010D83-985E-B6BC-DBD2-AD3ADA3CA16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85" y="2590"/>
                  <a:ext cx="716" cy="51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>
                          <a:alpha val="50000"/>
                        </a:schemeClr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r"/>
                  <a:r>
                    <a:rPr kumimoji="1" lang="en-US" altLang="en-US" sz="2316">
                      <a:cs typeface="Times New Roman" panose="02020603050405020304" pitchFamily="18" charset="0"/>
                    </a:rPr>
                    <a:t>4 1/3</a:t>
                  </a:r>
                  <a:endParaRPr kumimoji="1" lang="en-US" altLang="en-US" sz="1323">
                    <a:cs typeface="Times New Roman" panose="02020603050405020304" pitchFamily="18" charset="0"/>
                  </a:endParaRPr>
                </a:p>
                <a:p>
                  <a:pPr algn="r" eaLnBrk="0" hangingPunct="0"/>
                  <a:endParaRPr kumimoji="1" lang="en-US" altLang="en-US" sz="2316"/>
                </a:p>
              </p:txBody>
            </p:sp>
            <p:sp>
              <p:nvSpPr>
                <p:cNvPr id="58" name="Rectangle 206">
                  <a:extLst>
                    <a:ext uri="{FF2B5EF4-FFF2-40B4-BE49-F238E27FC236}">
                      <a16:creationId xmlns:a16="http://schemas.microsoft.com/office/drawing/2014/main" id="{4C5542B4-E3A0-DA13-FFD1-DA7E376263B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42" y="2590"/>
                  <a:ext cx="802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>
                          <a:alpha val="50000"/>
                        </a:schemeClr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D" sz="2316"/>
                </a:p>
              </p:txBody>
            </p:sp>
          </p:grpSp>
          <p:grpSp>
            <p:nvGrpSpPr>
              <p:cNvPr id="33" name="Group 209">
                <a:extLst>
                  <a:ext uri="{FF2B5EF4-FFF2-40B4-BE49-F238E27FC236}">
                    <a16:creationId xmlns:a16="http://schemas.microsoft.com/office/drawing/2014/main" id="{C5DA05CC-B8FD-321C-E397-471DABEB7DF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3108"/>
                <a:ext cx="468" cy="518"/>
                <a:chOff x="0" y="3108"/>
                <a:chExt cx="468" cy="518"/>
              </a:xfrm>
            </p:grpSpPr>
            <p:sp>
              <p:nvSpPr>
                <p:cNvPr id="55" name="Rectangle 152">
                  <a:extLst>
                    <a:ext uri="{FF2B5EF4-FFF2-40B4-BE49-F238E27FC236}">
                      <a16:creationId xmlns:a16="http://schemas.microsoft.com/office/drawing/2014/main" id="{2F8DF45C-7D42-F5C2-383B-AE83536DD0F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" y="3108"/>
                  <a:ext cx="382" cy="51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>
                          <a:alpha val="50000"/>
                        </a:schemeClr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kumimoji="1" lang="en-US" altLang="en-US" sz="2316">
                      <a:cs typeface="Times New Roman" panose="02020603050405020304" pitchFamily="18" charset="0"/>
                    </a:rPr>
                    <a:t>6</a:t>
                  </a:r>
                  <a:endParaRPr kumimoji="1" lang="en-US" altLang="en-US" sz="1323">
                    <a:cs typeface="Times New Roman" panose="02020603050405020304" pitchFamily="18" charset="0"/>
                  </a:endParaRPr>
                </a:p>
                <a:p>
                  <a:pPr eaLnBrk="0" hangingPunct="0"/>
                  <a:endParaRPr kumimoji="1" lang="en-US" altLang="en-US" sz="2316"/>
                </a:p>
              </p:txBody>
            </p:sp>
            <p:sp>
              <p:nvSpPr>
                <p:cNvPr id="56" name="Rectangle 208">
                  <a:extLst>
                    <a:ext uri="{FF2B5EF4-FFF2-40B4-BE49-F238E27FC236}">
                      <a16:creationId xmlns:a16="http://schemas.microsoft.com/office/drawing/2014/main" id="{44ED6333-BD75-B41B-C5EA-8313508C7DD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3108"/>
                  <a:ext cx="468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>
                          <a:alpha val="50000"/>
                        </a:schemeClr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D" sz="2316"/>
                </a:p>
              </p:txBody>
            </p:sp>
          </p:grpSp>
          <p:grpSp>
            <p:nvGrpSpPr>
              <p:cNvPr id="34" name="Group 211">
                <a:extLst>
                  <a:ext uri="{FF2B5EF4-FFF2-40B4-BE49-F238E27FC236}">
                    <a16:creationId xmlns:a16="http://schemas.microsoft.com/office/drawing/2014/main" id="{225A841E-8134-FEB5-D2E9-E50BD2B508C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8" y="3108"/>
                <a:ext cx="394" cy="518"/>
                <a:chOff x="468" y="3108"/>
                <a:chExt cx="394" cy="518"/>
              </a:xfrm>
            </p:grpSpPr>
            <p:sp>
              <p:nvSpPr>
                <p:cNvPr id="53" name="Rectangle 153">
                  <a:extLst>
                    <a:ext uri="{FF2B5EF4-FFF2-40B4-BE49-F238E27FC236}">
                      <a16:creationId xmlns:a16="http://schemas.microsoft.com/office/drawing/2014/main" id="{75B5D91A-486A-B6EE-6C92-AF064EF46D4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11" y="3108"/>
                  <a:ext cx="308" cy="51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>
                          <a:alpha val="50000"/>
                        </a:schemeClr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r"/>
                  <a:r>
                    <a:rPr kumimoji="1" lang="en-US" altLang="en-US" sz="2316">
                      <a:cs typeface="Times New Roman" panose="02020603050405020304" pitchFamily="18" charset="0"/>
                    </a:rPr>
                    <a:t>36</a:t>
                  </a:r>
                  <a:endParaRPr kumimoji="1" lang="en-US" altLang="en-US" sz="1323">
                    <a:cs typeface="Times New Roman" panose="02020603050405020304" pitchFamily="18" charset="0"/>
                  </a:endParaRPr>
                </a:p>
                <a:p>
                  <a:pPr algn="r" eaLnBrk="0" hangingPunct="0"/>
                  <a:endParaRPr kumimoji="1" lang="en-US" altLang="en-US" sz="2316"/>
                </a:p>
              </p:txBody>
            </p:sp>
            <p:sp>
              <p:nvSpPr>
                <p:cNvPr id="54" name="Rectangle 210">
                  <a:extLst>
                    <a:ext uri="{FF2B5EF4-FFF2-40B4-BE49-F238E27FC236}">
                      <a16:creationId xmlns:a16="http://schemas.microsoft.com/office/drawing/2014/main" id="{EC2BFB46-AC52-A5DE-5D9D-C5270AAE9A6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68" y="3108"/>
                  <a:ext cx="394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>
                          <a:alpha val="50000"/>
                        </a:schemeClr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D" sz="2316"/>
                </a:p>
              </p:txBody>
            </p:sp>
          </p:grpSp>
          <p:grpSp>
            <p:nvGrpSpPr>
              <p:cNvPr id="35" name="Group 213">
                <a:extLst>
                  <a:ext uri="{FF2B5EF4-FFF2-40B4-BE49-F238E27FC236}">
                    <a16:creationId xmlns:a16="http://schemas.microsoft.com/office/drawing/2014/main" id="{26DA5C3C-9771-378D-1D32-8A03C5B889D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62" y="3108"/>
                <a:ext cx="780" cy="518"/>
                <a:chOff x="862" y="3108"/>
                <a:chExt cx="780" cy="518"/>
              </a:xfrm>
            </p:grpSpPr>
            <p:sp>
              <p:nvSpPr>
                <p:cNvPr id="51" name="Rectangle 154">
                  <a:extLst>
                    <a:ext uri="{FF2B5EF4-FFF2-40B4-BE49-F238E27FC236}">
                      <a16:creationId xmlns:a16="http://schemas.microsoft.com/office/drawing/2014/main" id="{B1000190-3580-F7BA-67C5-D987671D734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05" y="3108"/>
                  <a:ext cx="694" cy="51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>
                          <a:alpha val="50000"/>
                        </a:schemeClr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ctr"/>
                  <a:r>
                    <a:rPr kumimoji="1" lang="en-US" altLang="en-US" sz="2316">
                      <a:cs typeface="Times New Roman" panose="02020603050405020304" pitchFamily="18" charset="0"/>
                    </a:rPr>
                    <a:t>1/6</a:t>
                  </a:r>
                  <a:endParaRPr kumimoji="1" lang="en-US" altLang="en-US" sz="1323">
                    <a:cs typeface="Times New Roman" panose="02020603050405020304" pitchFamily="18" charset="0"/>
                  </a:endParaRPr>
                </a:p>
                <a:p>
                  <a:pPr algn="ctr" eaLnBrk="0" hangingPunct="0"/>
                  <a:endParaRPr kumimoji="1" lang="en-US" altLang="en-US" sz="2316"/>
                </a:p>
              </p:txBody>
            </p:sp>
            <p:sp>
              <p:nvSpPr>
                <p:cNvPr id="52" name="Rectangle 212">
                  <a:extLst>
                    <a:ext uri="{FF2B5EF4-FFF2-40B4-BE49-F238E27FC236}">
                      <a16:creationId xmlns:a16="http://schemas.microsoft.com/office/drawing/2014/main" id="{F2957446-2C5A-D84E-3DB5-EE88B730A31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62" y="3108"/>
                  <a:ext cx="780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>
                          <a:alpha val="50000"/>
                        </a:schemeClr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D" sz="2316"/>
                </a:p>
              </p:txBody>
            </p:sp>
          </p:grpSp>
          <p:grpSp>
            <p:nvGrpSpPr>
              <p:cNvPr id="36" name="Group 215">
                <a:extLst>
                  <a:ext uri="{FF2B5EF4-FFF2-40B4-BE49-F238E27FC236}">
                    <a16:creationId xmlns:a16="http://schemas.microsoft.com/office/drawing/2014/main" id="{791C33C5-0CBE-0A5A-78B0-FBD1B9BBF8B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642" y="3108"/>
                <a:ext cx="802" cy="518"/>
                <a:chOff x="1642" y="3108"/>
                <a:chExt cx="802" cy="518"/>
              </a:xfrm>
            </p:grpSpPr>
            <p:sp>
              <p:nvSpPr>
                <p:cNvPr id="49" name="Rectangle 155">
                  <a:extLst>
                    <a:ext uri="{FF2B5EF4-FFF2-40B4-BE49-F238E27FC236}">
                      <a16:creationId xmlns:a16="http://schemas.microsoft.com/office/drawing/2014/main" id="{807C0E7A-C6E9-4AD8-C893-E3138D24D1C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85" y="3108"/>
                  <a:ext cx="716" cy="51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>
                          <a:alpha val="50000"/>
                        </a:schemeClr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r"/>
                  <a:r>
                    <a:rPr kumimoji="1" lang="en-US" altLang="en-US" sz="2316">
                      <a:cs typeface="Times New Roman" panose="02020603050405020304" pitchFamily="18" charset="0"/>
                    </a:rPr>
                    <a:t>6</a:t>
                  </a:r>
                  <a:endParaRPr kumimoji="1" lang="en-US" altLang="en-US" sz="1323">
                    <a:cs typeface="Times New Roman" panose="02020603050405020304" pitchFamily="18" charset="0"/>
                  </a:endParaRPr>
                </a:p>
                <a:p>
                  <a:pPr algn="r" eaLnBrk="0" hangingPunct="0"/>
                  <a:endParaRPr kumimoji="1" lang="en-US" altLang="en-US" sz="2316"/>
                </a:p>
              </p:txBody>
            </p:sp>
            <p:sp>
              <p:nvSpPr>
                <p:cNvPr id="50" name="Rectangle 214">
                  <a:extLst>
                    <a:ext uri="{FF2B5EF4-FFF2-40B4-BE49-F238E27FC236}">
                      <a16:creationId xmlns:a16="http://schemas.microsoft.com/office/drawing/2014/main" id="{7ED2571D-7AF4-42EE-025D-18D30C13467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42" y="3108"/>
                  <a:ext cx="802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>
                          <a:alpha val="50000"/>
                        </a:schemeClr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D" sz="2316"/>
                </a:p>
              </p:txBody>
            </p:sp>
          </p:grpSp>
          <p:grpSp>
            <p:nvGrpSpPr>
              <p:cNvPr id="37" name="Group 217">
                <a:extLst>
                  <a:ext uri="{FF2B5EF4-FFF2-40B4-BE49-F238E27FC236}">
                    <a16:creationId xmlns:a16="http://schemas.microsoft.com/office/drawing/2014/main" id="{31EA1E0A-CD1D-AFC5-82E7-2F1D3DA83F8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3626"/>
                <a:ext cx="468" cy="518"/>
                <a:chOff x="0" y="3626"/>
                <a:chExt cx="468" cy="518"/>
              </a:xfrm>
            </p:grpSpPr>
            <p:sp>
              <p:nvSpPr>
                <p:cNvPr id="47" name="Rectangle 156">
                  <a:extLst>
                    <a:ext uri="{FF2B5EF4-FFF2-40B4-BE49-F238E27FC236}">
                      <a16:creationId xmlns:a16="http://schemas.microsoft.com/office/drawing/2014/main" id="{A7F1479A-65E7-7832-7A38-D8843B3C509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" y="3626"/>
                  <a:ext cx="382" cy="51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>
                          <a:alpha val="50000"/>
                        </a:schemeClr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kumimoji="1" lang="en-US" altLang="en-US" sz="2316">
                      <a:cs typeface="Times New Roman" panose="02020603050405020304" pitchFamily="18" charset="0"/>
                    </a:rPr>
                    <a:t>Tot</a:t>
                  </a:r>
                  <a:endParaRPr kumimoji="1" lang="en-US" altLang="en-US" sz="1323">
                    <a:cs typeface="Times New Roman" panose="02020603050405020304" pitchFamily="18" charset="0"/>
                  </a:endParaRPr>
                </a:p>
                <a:p>
                  <a:pPr eaLnBrk="0" hangingPunct="0"/>
                  <a:endParaRPr kumimoji="1" lang="en-US" altLang="en-US" sz="2316"/>
                </a:p>
              </p:txBody>
            </p:sp>
            <p:sp>
              <p:nvSpPr>
                <p:cNvPr id="48" name="Rectangle 216">
                  <a:extLst>
                    <a:ext uri="{FF2B5EF4-FFF2-40B4-BE49-F238E27FC236}">
                      <a16:creationId xmlns:a16="http://schemas.microsoft.com/office/drawing/2014/main" id="{97F00EAC-9AB4-BDD2-945E-FD09DCC771A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3626"/>
                  <a:ext cx="468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>
                          <a:alpha val="50000"/>
                        </a:schemeClr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D" sz="2316"/>
                </a:p>
              </p:txBody>
            </p:sp>
          </p:grpSp>
          <p:grpSp>
            <p:nvGrpSpPr>
              <p:cNvPr id="38" name="Group 219">
                <a:extLst>
                  <a:ext uri="{FF2B5EF4-FFF2-40B4-BE49-F238E27FC236}">
                    <a16:creationId xmlns:a16="http://schemas.microsoft.com/office/drawing/2014/main" id="{8B029BAE-8D3F-6E8B-9A0C-083EF95A7AC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8" y="3626"/>
                <a:ext cx="394" cy="518"/>
                <a:chOff x="468" y="3626"/>
                <a:chExt cx="394" cy="518"/>
              </a:xfrm>
            </p:grpSpPr>
            <p:sp>
              <p:nvSpPr>
                <p:cNvPr id="45" name="Rectangle 157">
                  <a:extLst>
                    <a:ext uri="{FF2B5EF4-FFF2-40B4-BE49-F238E27FC236}">
                      <a16:creationId xmlns:a16="http://schemas.microsoft.com/office/drawing/2014/main" id="{4C8697D5-9082-6A0B-8616-DD66E655306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11" y="3626"/>
                  <a:ext cx="308" cy="51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>
                          <a:alpha val="50000"/>
                        </a:schemeClr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r"/>
                  <a:r>
                    <a:rPr kumimoji="1" lang="en-US" altLang="en-US" sz="1323">
                      <a:cs typeface="Times New Roman" panose="02020603050405020304" pitchFamily="18" charset="0"/>
                    </a:rPr>
                    <a:t> </a:t>
                  </a:r>
                </a:p>
                <a:p>
                  <a:pPr algn="r" eaLnBrk="0" hangingPunct="0"/>
                  <a:endParaRPr kumimoji="1" lang="en-US" altLang="en-US" sz="2316"/>
                </a:p>
              </p:txBody>
            </p:sp>
            <p:sp>
              <p:nvSpPr>
                <p:cNvPr id="46" name="Rectangle 218">
                  <a:extLst>
                    <a:ext uri="{FF2B5EF4-FFF2-40B4-BE49-F238E27FC236}">
                      <a16:creationId xmlns:a16="http://schemas.microsoft.com/office/drawing/2014/main" id="{1EFE3B7B-9BBC-BC9C-FFB7-EB616515197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68" y="3626"/>
                  <a:ext cx="394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>
                          <a:alpha val="50000"/>
                        </a:schemeClr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D" sz="2316"/>
                </a:p>
              </p:txBody>
            </p:sp>
          </p:grpSp>
          <p:grpSp>
            <p:nvGrpSpPr>
              <p:cNvPr id="39" name="Group 221">
                <a:extLst>
                  <a:ext uri="{FF2B5EF4-FFF2-40B4-BE49-F238E27FC236}">
                    <a16:creationId xmlns:a16="http://schemas.microsoft.com/office/drawing/2014/main" id="{34C6F00E-0382-A0CA-0C2D-D9DE40D9C4D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62" y="3626"/>
                <a:ext cx="780" cy="518"/>
                <a:chOff x="862" y="3626"/>
                <a:chExt cx="780" cy="518"/>
              </a:xfrm>
            </p:grpSpPr>
            <p:sp>
              <p:nvSpPr>
                <p:cNvPr id="43" name="Rectangle 158">
                  <a:extLst>
                    <a:ext uri="{FF2B5EF4-FFF2-40B4-BE49-F238E27FC236}">
                      <a16:creationId xmlns:a16="http://schemas.microsoft.com/office/drawing/2014/main" id="{5BD1187F-133C-B28D-12CB-DD6CCD90003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05" y="3626"/>
                  <a:ext cx="694" cy="51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>
                          <a:alpha val="50000"/>
                        </a:schemeClr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ctr"/>
                  <a:r>
                    <a:rPr kumimoji="1" lang="en-US" altLang="en-US" sz="1323">
                      <a:cs typeface="Times New Roman" panose="02020603050405020304" pitchFamily="18" charset="0"/>
                    </a:rPr>
                    <a:t> </a:t>
                  </a:r>
                </a:p>
                <a:p>
                  <a:pPr algn="ctr" eaLnBrk="0" hangingPunct="0"/>
                  <a:endParaRPr kumimoji="1" lang="en-US" altLang="en-US" sz="2316"/>
                </a:p>
              </p:txBody>
            </p:sp>
            <p:sp>
              <p:nvSpPr>
                <p:cNvPr id="44" name="Rectangle 220">
                  <a:extLst>
                    <a:ext uri="{FF2B5EF4-FFF2-40B4-BE49-F238E27FC236}">
                      <a16:creationId xmlns:a16="http://schemas.microsoft.com/office/drawing/2014/main" id="{2BD10317-160C-FEA6-DC63-0C8C970144C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62" y="3626"/>
                  <a:ext cx="780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>
                          <a:alpha val="50000"/>
                        </a:schemeClr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D" sz="2316"/>
                </a:p>
              </p:txBody>
            </p:sp>
          </p:grpSp>
          <p:grpSp>
            <p:nvGrpSpPr>
              <p:cNvPr id="40" name="Group 223">
                <a:extLst>
                  <a:ext uri="{FF2B5EF4-FFF2-40B4-BE49-F238E27FC236}">
                    <a16:creationId xmlns:a16="http://schemas.microsoft.com/office/drawing/2014/main" id="{2C43F44D-3A0A-381F-53FA-47530E719E0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642" y="3626"/>
                <a:ext cx="802" cy="518"/>
                <a:chOff x="1642" y="3626"/>
                <a:chExt cx="802" cy="518"/>
              </a:xfrm>
            </p:grpSpPr>
            <p:sp>
              <p:nvSpPr>
                <p:cNvPr id="41" name="Rectangle 159">
                  <a:extLst>
                    <a:ext uri="{FF2B5EF4-FFF2-40B4-BE49-F238E27FC236}">
                      <a16:creationId xmlns:a16="http://schemas.microsoft.com/office/drawing/2014/main" id="{7CFFF77A-EBCC-7AE7-089E-9EB9F0DA209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85" y="3626"/>
                  <a:ext cx="716" cy="51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>
                          <a:alpha val="50000"/>
                        </a:schemeClr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r"/>
                  <a:r>
                    <a:rPr kumimoji="1" lang="en-US" altLang="en-US" sz="2316">
                      <a:cs typeface="Times New Roman" panose="02020603050405020304" pitchFamily="18" charset="0"/>
                    </a:rPr>
                    <a:t>15 1/6</a:t>
                  </a:r>
                  <a:endParaRPr kumimoji="1" lang="en-US" altLang="en-US" sz="1323">
                    <a:cs typeface="Times New Roman" panose="02020603050405020304" pitchFamily="18" charset="0"/>
                  </a:endParaRPr>
                </a:p>
                <a:p>
                  <a:pPr algn="r" eaLnBrk="0" hangingPunct="0"/>
                  <a:endParaRPr kumimoji="1" lang="en-US" altLang="en-US" sz="2316"/>
                </a:p>
              </p:txBody>
            </p:sp>
            <p:sp>
              <p:nvSpPr>
                <p:cNvPr id="42" name="Rectangle 222">
                  <a:extLst>
                    <a:ext uri="{FF2B5EF4-FFF2-40B4-BE49-F238E27FC236}">
                      <a16:creationId xmlns:a16="http://schemas.microsoft.com/office/drawing/2014/main" id="{2F9D35C2-2971-7D51-875C-DFB9463FC6A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42" y="3626"/>
                  <a:ext cx="802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>
                          <a:alpha val="50000"/>
                        </a:schemeClr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D" sz="2316"/>
                </a:p>
              </p:txBody>
            </p:sp>
          </p:grpSp>
        </p:grpSp>
        <p:sp>
          <p:nvSpPr>
            <p:cNvPr id="8" name="Rectangle 225">
              <a:extLst>
                <a:ext uri="{FF2B5EF4-FFF2-40B4-BE49-F238E27FC236}">
                  <a16:creationId xmlns:a16="http://schemas.microsoft.com/office/drawing/2014/main" id="{FA5C3E10-A1CB-798B-1868-0E0937F8D2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2" y="-2"/>
              <a:ext cx="2448" cy="4148"/>
            </a:xfrm>
            <a:prstGeom prst="rect">
              <a:avLst/>
            </a:prstGeom>
            <a:noFill/>
            <a:ln w="6350">
              <a:solidFill>
                <a:srgbClr val="A0A0A0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>
                      <a:alpha val="50000"/>
                    </a:schemeClr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D" sz="2316"/>
            </a:p>
          </p:txBody>
        </p:sp>
      </p:grpSp>
    </p:spTree>
    <p:extLst>
      <p:ext uri="{BB962C8B-B14F-4D97-AF65-F5344CB8AC3E}">
        <p14:creationId xmlns:p14="http://schemas.microsoft.com/office/powerpoint/2010/main" val="64840727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>
            <a:extLst>
              <a:ext uri="{FF2B5EF4-FFF2-40B4-BE49-F238E27FC236}">
                <a16:creationId xmlns:a16="http://schemas.microsoft.com/office/drawing/2014/main" id="{7529C2CA-AE84-99B4-F76B-CA930C6151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017423" y="968653"/>
            <a:ext cx="8328057" cy="581817"/>
          </a:xfrm>
        </p:spPr>
        <p:txBody>
          <a:bodyPr>
            <a:normAutofit/>
          </a:bodyPr>
          <a:lstStyle/>
          <a:p>
            <a:pPr algn="ctr"/>
            <a:r>
              <a:rPr lang="en-US" altLang="en-US" sz="3600" dirty="0"/>
              <a:t>Variance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70466608-58A4-9A2A-96CD-64183F630053}"/>
              </a:ext>
            </a:extLst>
          </p:cNvPr>
          <p:cNvSpPr txBox="1">
            <a:spLocks noChangeArrowheads="1"/>
          </p:cNvSpPr>
          <p:nvPr/>
        </p:nvSpPr>
        <p:spPr>
          <a:xfrm>
            <a:off x="1057730" y="1842849"/>
            <a:ext cx="9630908" cy="7833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>
            <a:lvl1pPr marL="267218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1pPr>
            <a:lvl2pPr marL="534436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2pPr>
            <a:lvl3pPr marL="801654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3pPr>
            <a:lvl4pPr marL="1068873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4pPr>
            <a:lvl5pPr marL="1336091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5pPr>
            <a:lvl6pPr marL="1603309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1870527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2137745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2404963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lvl="1" fontAlgn="auto"/>
            <a:r>
              <a:rPr lang="en-US" altLang="en-US" sz="2800" kern="0" dirty="0"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Example, die throw</a:t>
            </a:r>
          </a:p>
        </p:txBody>
      </p:sp>
      <p:graphicFrame>
        <p:nvGraphicFramePr>
          <p:cNvPr id="2" name="Object 104">
            <a:extLst>
              <a:ext uri="{FF2B5EF4-FFF2-40B4-BE49-F238E27FC236}">
                <a16:creationId xmlns:a16="http://schemas.microsoft.com/office/drawing/2014/main" id="{82EE46A1-EA1A-8DBB-BE1E-2313818FC6C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99021" y="3445298"/>
          <a:ext cx="6974628" cy="2354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108160" imgH="711000" progId="Equation.3">
                  <p:embed/>
                </p:oleObj>
              </mc:Choice>
              <mc:Fallback>
                <p:oleObj name="Equation" r:id="rId2" imgW="2108160" imgH="711000" progId="Equation.3">
                  <p:embed/>
                  <p:pic>
                    <p:nvPicPr>
                      <p:cNvPr id="2" name="Object 104">
                        <a:extLst>
                          <a:ext uri="{FF2B5EF4-FFF2-40B4-BE49-F238E27FC236}">
                            <a16:creationId xmlns:a16="http://schemas.microsoft.com/office/drawing/2014/main" id="{82EE46A1-EA1A-8DBB-BE1E-2313818FC6C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99021" y="3445298"/>
                        <a:ext cx="6974628" cy="2354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25764326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>
            <a:extLst>
              <a:ext uri="{FF2B5EF4-FFF2-40B4-BE49-F238E27FC236}">
                <a16:creationId xmlns:a16="http://schemas.microsoft.com/office/drawing/2014/main" id="{7529C2CA-AE84-99B4-F76B-CA930C6151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017423" y="968653"/>
            <a:ext cx="8328057" cy="581817"/>
          </a:xfrm>
        </p:spPr>
        <p:txBody>
          <a:bodyPr>
            <a:normAutofit/>
          </a:bodyPr>
          <a:lstStyle/>
          <a:p>
            <a:pPr algn="ctr"/>
            <a:r>
              <a:rPr lang="en-US" altLang="en-US" sz="3600" dirty="0"/>
              <a:t>Standard deviation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70466608-58A4-9A2A-96CD-64183F630053}"/>
              </a:ext>
            </a:extLst>
          </p:cNvPr>
          <p:cNvSpPr txBox="1">
            <a:spLocks noChangeArrowheads="1"/>
          </p:cNvSpPr>
          <p:nvPr/>
        </p:nvSpPr>
        <p:spPr>
          <a:xfrm>
            <a:off x="1057730" y="1842849"/>
            <a:ext cx="9630908" cy="7833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 fontScale="92500" lnSpcReduction="10000"/>
          </a:bodyPr>
          <a:lstStyle>
            <a:lvl1pPr marL="267218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1pPr>
            <a:lvl2pPr marL="534436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2pPr>
            <a:lvl3pPr marL="801654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3pPr>
            <a:lvl4pPr marL="1068873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4pPr>
            <a:lvl5pPr marL="1336091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5pPr>
            <a:lvl6pPr marL="1603309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1870527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2137745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2404963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lvl="1" fontAlgn="auto"/>
            <a:r>
              <a:rPr lang="en-US" altLang="en-US" sz="2800" kern="0" dirty="0">
                <a:solidFill>
                  <a:schemeClr val="accent5">
                    <a:lumMod val="50000"/>
                  </a:schemeClr>
                </a:solidFill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Standard deviation</a:t>
            </a:r>
            <a:r>
              <a:rPr lang="en-US" altLang="en-US" sz="2800" kern="0" dirty="0"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:  as in the case of describing data, it is easier to work in standard deviations</a:t>
            </a:r>
          </a:p>
        </p:txBody>
      </p:sp>
      <p:graphicFrame>
        <p:nvGraphicFramePr>
          <p:cNvPr id="3" name="Object 6">
            <a:extLst>
              <a:ext uri="{FF2B5EF4-FFF2-40B4-BE49-F238E27FC236}">
                <a16:creationId xmlns:a16="http://schemas.microsoft.com/office/drawing/2014/main" id="{0E9275C9-6CD5-4D84-86BC-6C26704AED8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80470493"/>
              </p:ext>
            </p:extLst>
          </p:nvPr>
        </p:nvGraphicFramePr>
        <p:xfrm>
          <a:off x="2998979" y="3492565"/>
          <a:ext cx="4453678" cy="961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295280" imgH="279360" progId="Equation.3">
                  <p:embed/>
                </p:oleObj>
              </mc:Choice>
              <mc:Fallback>
                <p:oleObj name="Equation" r:id="rId2" imgW="1295280" imgH="279360" progId="Equation.3">
                  <p:embed/>
                  <p:pic>
                    <p:nvPicPr>
                      <p:cNvPr id="3" name="Object 6">
                        <a:extLst>
                          <a:ext uri="{FF2B5EF4-FFF2-40B4-BE49-F238E27FC236}">
                            <a16:creationId xmlns:a16="http://schemas.microsoft.com/office/drawing/2014/main" id="{0E9275C9-6CD5-4D84-86BC-6C26704AED8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98979" y="3492565"/>
                        <a:ext cx="4453678" cy="961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3029984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7792F0D7-57FE-6E36-B6A9-29D4042C43B0}"/>
              </a:ext>
            </a:extLst>
          </p:cNvPr>
          <p:cNvSpPr txBox="1"/>
          <p:nvPr/>
        </p:nvSpPr>
        <p:spPr>
          <a:xfrm>
            <a:off x="1648048" y="3119705"/>
            <a:ext cx="7208874" cy="132343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ctr" defTabSz="400827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en-US" sz="4000" b="1" i="0" u="none" strike="noStrike" kern="0" cap="none" spc="-75" normalizeH="0" baseline="0" noProof="0" dirty="0">
                <a:ln>
                  <a:noFill/>
                </a:ln>
                <a:solidFill>
                  <a:srgbClr val="0079B8"/>
                </a:solidFill>
                <a:effectLst/>
                <a:uLnTx/>
                <a:uFillTx/>
                <a:latin typeface="Open Sans"/>
                <a:ea typeface="Open Sans ExtraBold" panose="020B0606030504020204" pitchFamily="34" charset="0"/>
                <a:cs typeface="Open Sans ExtraBold" panose="020B0606030504020204" pitchFamily="34" charset="0"/>
                <a:sym typeface="Helvetica Neue"/>
              </a:rPr>
              <a:t>The Binomial Probability Distributions</a:t>
            </a:r>
            <a:endParaRPr lang="en-ID" sz="4400" b="1" dirty="0">
              <a:solidFill>
                <a:srgbClr val="00B0F0"/>
              </a:solidFill>
              <a:latin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2641241063"/>
      </p:ext>
    </p:extLst>
  </p:cSld>
  <p:clrMapOvr>
    <a:masterClrMapping/>
  </p:clrMapOvr>
  <p:transition spd="med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>
            <a:extLst>
              <a:ext uri="{FF2B5EF4-FFF2-40B4-BE49-F238E27FC236}">
                <a16:creationId xmlns:a16="http://schemas.microsoft.com/office/drawing/2014/main" id="{7529C2CA-AE84-99B4-F76B-CA930C6151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017423" y="968653"/>
            <a:ext cx="8328057" cy="581817"/>
          </a:xfrm>
        </p:spPr>
        <p:txBody>
          <a:bodyPr>
            <a:normAutofit/>
          </a:bodyPr>
          <a:lstStyle/>
          <a:p>
            <a:pPr algn="ctr"/>
            <a:r>
              <a:rPr lang="en-US" altLang="en-US" sz="3600" dirty="0"/>
              <a:t>Introduction</a:t>
            </a:r>
          </a:p>
        </p:txBody>
      </p:sp>
      <p:sp>
        <p:nvSpPr>
          <p:cNvPr id="2" name="Rectangle 4">
            <a:extLst>
              <a:ext uri="{FF2B5EF4-FFF2-40B4-BE49-F238E27FC236}">
                <a16:creationId xmlns:a16="http://schemas.microsoft.com/office/drawing/2014/main" id="{7A916C47-9E86-4A1C-744A-AEA2C9763538}"/>
              </a:ext>
            </a:extLst>
          </p:cNvPr>
          <p:cNvSpPr txBox="1">
            <a:spLocks noChangeArrowheads="1"/>
          </p:cNvSpPr>
          <p:nvPr/>
        </p:nvSpPr>
        <p:spPr>
          <a:xfrm>
            <a:off x="1259694" y="1749572"/>
            <a:ext cx="8823325" cy="25209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Autofit/>
          </a:bodyPr>
          <a:lstStyle>
            <a:lvl1pPr marL="267218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1pPr>
            <a:lvl2pPr marL="534436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2pPr>
            <a:lvl3pPr marL="801654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3pPr>
            <a:lvl4pPr marL="1068873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4pPr>
            <a:lvl5pPr marL="1336091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5pPr>
            <a:lvl6pPr marL="1603309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1870527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2137745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2404963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fontAlgn="auto"/>
            <a:r>
              <a:rPr lang="en-US" altLang="ko-KR" sz="2800" kern="0"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Discrete random variables take on only a finite or countably number of values.</a:t>
            </a:r>
            <a:endParaRPr lang="en-US" altLang="ko-KR" sz="2800" b="1" kern="0">
              <a:solidFill>
                <a:srgbClr val="333333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Open Sans Semibold" panose="020B0706030804020204" pitchFamily="34" charset="0"/>
              <a:ea typeface="Open Sans Semibold" panose="020B0706030804020204" pitchFamily="34" charset="0"/>
              <a:cs typeface="Open Sans Semibold" panose="020B0706030804020204" pitchFamily="34" charset="0"/>
            </a:endParaRPr>
          </a:p>
          <a:p>
            <a:pPr fontAlgn="auto"/>
            <a:r>
              <a:rPr lang="en-US" altLang="ko-KR" sz="2800" kern="0"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Three discrete probability distributions serve as models for a large number of practical applications: </a:t>
            </a:r>
          </a:p>
          <a:p>
            <a:pPr fontAlgn="auto"/>
            <a:endParaRPr lang="ko-KR" altLang="en-US" sz="2800" kern="0" dirty="0">
              <a:latin typeface="Open Sans Semibold" panose="020B0706030804020204" pitchFamily="34" charset="0"/>
              <a:ea typeface="굴림" panose="020B0600000101010101" pitchFamily="34" charset="-127"/>
              <a:cs typeface="Open Sans Semibold" panose="020B0706030804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0549099-F663-2C8D-7E1A-DA52A801AA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8989" y="4366751"/>
            <a:ext cx="7200000" cy="2359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91252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utoUpdateAnimBg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>
            <a:extLst>
              <a:ext uri="{FF2B5EF4-FFF2-40B4-BE49-F238E27FC236}">
                <a16:creationId xmlns:a16="http://schemas.microsoft.com/office/drawing/2014/main" id="{7529C2CA-AE84-99B4-F76B-CA930C6151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176371" y="805335"/>
            <a:ext cx="6818233" cy="581817"/>
          </a:xfrm>
        </p:spPr>
        <p:txBody>
          <a:bodyPr>
            <a:normAutofit fontScale="90000"/>
          </a:bodyPr>
          <a:lstStyle/>
          <a:p>
            <a:pPr algn="ctr"/>
            <a:r>
              <a:rPr lang="en-US" altLang="en-US" sz="3600" dirty="0"/>
              <a:t>The Binomial Random Variable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DB7C2295-767A-E627-3580-ED5E0F9BD763}"/>
              </a:ext>
            </a:extLst>
          </p:cNvPr>
          <p:cNvSpPr txBox="1">
            <a:spLocks noChangeArrowheads="1"/>
          </p:cNvSpPr>
          <p:nvPr/>
        </p:nvSpPr>
        <p:spPr>
          <a:xfrm>
            <a:off x="1145822" y="1835663"/>
            <a:ext cx="9327248" cy="1492328"/>
          </a:xfrm>
          <a:prstGeom prst="rect">
            <a:avLst/>
          </a:prstGeom>
          <a:ln w="12700">
            <a:miter lim="4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99788" tIns="49018" rIns="99788" bIns="49018">
            <a:normAutofit/>
          </a:bodyPr>
          <a:lstStyle>
            <a:lvl1pPr marL="267218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1pPr>
            <a:lvl2pPr marL="534436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2pPr>
            <a:lvl3pPr marL="801654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3pPr>
            <a:lvl4pPr marL="1068873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4pPr>
            <a:lvl5pPr marL="1336091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5pPr>
            <a:lvl6pPr marL="1603309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1870527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2137745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2404963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fontAlgn="auto"/>
            <a:r>
              <a:rPr lang="en-US" altLang="ko-KR" sz="2800" kern="0" dirty="0">
                <a:ea typeface="굴림" panose="020B0600000101010101" pitchFamily="34" charset="-127"/>
              </a:rPr>
              <a:t>The </a:t>
            </a:r>
            <a:r>
              <a:rPr lang="en-US" altLang="ko-KR" sz="2800" b="1" kern="0" dirty="0"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anose="020B0600000101010101" pitchFamily="34" charset="-127"/>
              </a:rPr>
              <a:t>coin-tossing experiment</a:t>
            </a:r>
            <a:r>
              <a:rPr lang="en-US" altLang="ko-KR" sz="2800" kern="0" dirty="0"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anose="020B0600000101010101" pitchFamily="34" charset="-127"/>
              </a:rPr>
              <a:t> </a:t>
            </a:r>
            <a:r>
              <a:rPr lang="en-US" altLang="ko-KR" sz="2800" kern="0" dirty="0">
                <a:ea typeface="굴림" panose="020B0600000101010101" pitchFamily="34" charset="-127"/>
              </a:rPr>
              <a:t>is a simple example of a </a:t>
            </a:r>
            <a:r>
              <a:rPr lang="en-US" altLang="ko-KR" sz="2800" b="1" kern="0" dirty="0"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anose="020B0600000101010101" pitchFamily="34" charset="-127"/>
              </a:rPr>
              <a:t>binomial random variable. </a:t>
            </a:r>
            <a:r>
              <a:rPr lang="en-US" altLang="ko-KR" sz="2800" kern="0" dirty="0">
                <a:ea typeface="굴림" panose="020B0600000101010101" pitchFamily="34" charset="-127"/>
              </a:rPr>
              <a:t>Toss a fair coin </a:t>
            </a:r>
            <a:r>
              <a:rPr lang="en-US" altLang="ko-KR" sz="2800" i="1" kern="0" dirty="0">
                <a:ea typeface="굴림" panose="020B0600000101010101" pitchFamily="34" charset="-127"/>
              </a:rPr>
              <a:t>n</a:t>
            </a:r>
            <a:r>
              <a:rPr lang="en-US" altLang="ko-KR" sz="2800" kern="0" dirty="0">
                <a:ea typeface="굴림" panose="020B0600000101010101" pitchFamily="34" charset="-127"/>
              </a:rPr>
              <a:t> = 3 times and record </a:t>
            </a:r>
            <a:r>
              <a:rPr lang="en-US" altLang="ko-KR" sz="2800" i="1" kern="0" dirty="0">
                <a:ea typeface="굴림" panose="020B0600000101010101" pitchFamily="34" charset="-127"/>
              </a:rPr>
              <a:t>x</a:t>
            </a:r>
            <a:r>
              <a:rPr lang="en-US" altLang="ko-KR" sz="2800" kern="0" dirty="0">
                <a:ea typeface="굴림" panose="020B0600000101010101" pitchFamily="34" charset="-127"/>
              </a:rPr>
              <a:t> = number of heads.</a:t>
            </a:r>
            <a:endParaRPr lang="en-US" altLang="ko-KR" sz="2800" b="1" kern="0" dirty="0">
              <a:solidFill>
                <a:srgbClr val="333333"/>
              </a:solidFill>
              <a:effectLst>
                <a:outerShdw blurRad="38100" dist="38100" dir="2700000" algn="tl">
                  <a:srgbClr val="C0C0C0"/>
                </a:outerShdw>
              </a:effectLst>
              <a:ea typeface="굴림" panose="020B0600000101010101" pitchFamily="34" charset="-127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E9A2E3-DE7E-2252-D891-71DF37568F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5293" y="3405032"/>
            <a:ext cx="7523116" cy="3389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432202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>
            <a:extLst>
              <a:ext uri="{FF2B5EF4-FFF2-40B4-BE49-F238E27FC236}">
                <a16:creationId xmlns:a16="http://schemas.microsoft.com/office/drawing/2014/main" id="{7529C2CA-AE84-99B4-F76B-CA930C6151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176371" y="805335"/>
            <a:ext cx="6818233" cy="789549"/>
          </a:xfrm>
        </p:spPr>
        <p:txBody>
          <a:bodyPr>
            <a:noAutofit/>
          </a:bodyPr>
          <a:lstStyle/>
          <a:p>
            <a:pPr algn="ctr"/>
            <a:r>
              <a:rPr lang="en-US" altLang="en-US" sz="3600" dirty="0"/>
              <a:t>The Binomial Random Variable</a:t>
            </a: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1F4BD832-07F8-6847-4C34-50D0AEF44D66}"/>
              </a:ext>
            </a:extLst>
          </p:cNvPr>
          <p:cNvSpPr txBox="1">
            <a:spLocks noChangeArrowheads="1"/>
          </p:cNvSpPr>
          <p:nvPr/>
        </p:nvSpPr>
        <p:spPr>
          <a:xfrm>
            <a:off x="1058704" y="1806681"/>
            <a:ext cx="9075420" cy="15966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>
            <a:lvl1pPr marL="267218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1pPr>
            <a:lvl2pPr marL="534436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2pPr>
            <a:lvl3pPr marL="801654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3pPr>
            <a:lvl4pPr marL="1068873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4pPr>
            <a:lvl5pPr marL="1336091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5pPr>
            <a:lvl6pPr marL="1603309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1870527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2137745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2404963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fontAlgn="auto"/>
            <a:r>
              <a:rPr lang="en-US" altLang="ko-KR" sz="2800" kern="0" dirty="0">
                <a:ea typeface="굴림" panose="020B0600000101010101" pitchFamily="34" charset="-127"/>
              </a:rPr>
              <a:t>Many situations in real life resemble the coin toss, but the coin is not necessarily fair, so that P(H) </a:t>
            </a:r>
            <a:r>
              <a:rPr lang="en-US" altLang="ko-KR" sz="2800" kern="0" dirty="0">
                <a:ea typeface="굴림" panose="020B0600000101010101" pitchFamily="34" charset="-127"/>
                <a:sym typeface="Symbol" panose="05050102010706020507" pitchFamily="18" charset="2"/>
              </a:rPr>
              <a:t> 1/2.</a:t>
            </a:r>
            <a:endParaRPr lang="en-US" altLang="ko-KR" sz="2800" kern="0" dirty="0">
              <a:ea typeface="굴림" panose="020B0600000101010101" pitchFamily="34" charset="-127"/>
            </a:endParaRPr>
          </a:p>
        </p:txBody>
      </p:sp>
      <p:sp>
        <p:nvSpPr>
          <p:cNvPr id="4" name="Text Box 71">
            <a:extLst>
              <a:ext uri="{FF2B5EF4-FFF2-40B4-BE49-F238E27FC236}">
                <a16:creationId xmlns:a16="http://schemas.microsoft.com/office/drawing/2014/main" id="{F94615DA-AA1C-187B-355D-589816B413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39337" y="5614001"/>
            <a:ext cx="2100792" cy="431785"/>
          </a:xfrm>
          <a:prstGeom prst="rect">
            <a:avLst/>
          </a:prstGeom>
          <a:solidFill>
            <a:srgbClr val="CC0066"/>
          </a:solidFill>
          <a:ln w="28575">
            <a:solidFill>
              <a:srgbClr val="F4ECC6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ko-KR" sz="2206">
                <a:solidFill>
                  <a:srgbClr val="F4ECC6"/>
                </a:solidFill>
                <a:ea typeface="굴림" panose="020B0600000101010101" pitchFamily="34" charset="-127"/>
              </a:rPr>
              <a:t>Person</a:t>
            </a:r>
          </a:p>
        </p:txBody>
      </p:sp>
      <p:sp>
        <p:nvSpPr>
          <p:cNvPr id="6" name="Text Box 73">
            <a:extLst>
              <a:ext uri="{FF2B5EF4-FFF2-40B4-BE49-F238E27FC236}">
                <a16:creationId xmlns:a16="http://schemas.microsoft.com/office/drawing/2014/main" id="{D49F36C8-6F71-03EA-E614-D2AA147C59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28833" y="6286254"/>
            <a:ext cx="2100792" cy="431785"/>
          </a:xfrm>
          <a:prstGeom prst="rect">
            <a:avLst/>
          </a:prstGeom>
          <a:solidFill>
            <a:srgbClr val="CC0066"/>
          </a:solidFill>
          <a:ln w="28575">
            <a:solidFill>
              <a:srgbClr val="F4ECC6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ko-KR" sz="2206">
                <a:solidFill>
                  <a:srgbClr val="F4ECC6"/>
                </a:solidFill>
                <a:ea typeface="굴림" panose="020B0600000101010101" pitchFamily="34" charset="-127"/>
              </a:rPr>
              <a:t>Has gene</a:t>
            </a:r>
          </a:p>
        </p:txBody>
      </p:sp>
      <p:sp>
        <p:nvSpPr>
          <p:cNvPr id="8" name="Text Box 74">
            <a:extLst>
              <a:ext uri="{FF2B5EF4-FFF2-40B4-BE49-F238E27FC236}">
                <a16:creationId xmlns:a16="http://schemas.microsoft.com/office/drawing/2014/main" id="{5F9543B5-2066-CF0E-1CBB-9FD2D24BCE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87242" y="6958508"/>
            <a:ext cx="2520950" cy="431785"/>
          </a:xfrm>
          <a:prstGeom prst="rect">
            <a:avLst/>
          </a:prstGeom>
          <a:solidFill>
            <a:srgbClr val="CC0066"/>
          </a:solidFill>
          <a:ln w="28575">
            <a:solidFill>
              <a:srgbClr val="F4ECC6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ko-KR" sz="2206">
                <a:solidFill>
                  <a:srgbClr val="F4ECC6"/>
                </a:solidFill>
                <a:ea typeface="굴림" panose="020B0600000101010101" pitchFamily="34" charset="-127"/>
              </a:rPr>
              <a:t>Doesn’t have gene</a:t>
            </a:r>
          </a:p>
        </p:txBody>
      </p:sp>
      <p:sp>
        <p:nvSpPr>
          <p:cNvPr id="9" name="Text Box 75">
            <a:extLst>
              <a:ext uri="{FF2B5EF4-FFF2-40B4-BE49-F238E27FC236}">
                <a16:creationId xmlns:a16="http://schemas.microsoft.com/office/drawing/2014/main" id="{3950CC0E-923F-8819-8E9F-B1F9196343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49301" y="5698033"/>
            <a:ext cx="2100792" cy="431785"/>
          </a:xfrm>
          <a:prstGeom prst="rect">
            <a:avLst/>
          </a:prstGeom>
          <a:solidFill>
            <a:srgbClr val="CC0066"/>
          </a:solidFill>
          <a:ln w="28575">
            <a:solidFill>
              <a:srgbClr val="F4ECC6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ko-KR" sz="2206" i="1">
                <a:solidFill>
                  <a:srgbClr val="F4ECC6"/>
                </a:solidFill>
                <a:ea typeface="굴림" panose="020B0600000101010101" pitchFamily="34" charset="-127"/>
              </a:rPr>
              <a:t>n</a:t>
            </a:r>
            <a:r>
              <a:rPr lang="en-US" altLang="ko-KR" sz="2206">
                <a:solidFill>
                  <a:srgbClr val="F4ECC6"/>
                </a:solidFill>
                <a:ea typeface="굴림" panose="020B0600000101010101" pitchFamily="34" charset="-127"/>
              </a:rPr>
              <a:t> = 10</a:t>
            </a:r>
          </a:p>
        </p:txBody>
      </p:sp>
      <p:sp>
        <p:nvSpPr>
          <p:cNvPr id="10" name="Rectangle 69">
            <a:extLst>
              <a:ext uri="{FF2B5EF4-FFF2-40B4-BE49-F238E27FC236}">
                <a16:creationId xmlns:a16="http://schemas.microsoft.com/office/drawing/2014/main" id="{860948C7-9958-9535-E158-045FC1D073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0642" y="3177082"/>
            <a:ext cx="7394787" cy="20167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20000"/>
              </a:spcBef>
              <a:buFontTx/>
              <a:buChar char="•"/>
            </a:pPr>
            <a:r>
              <a:rPr lang="en-US" altLang="ko-KR" sz="3529" dirty="0"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anose="020B0600000101010101" pitchFamily="34" charset="-127"/>
              </a:rPr>
              <a:t>Example: </a:t>
            </a:r>
            <a:r>
              <a:rPr lang="en-US" altLang="ko-KR" sz="3529" dirty="0">
                <a:solidFill>
                  <a:srgbClr val="339933"/>
                </a:solidFill>
                <a:ea typeface="굴림" panose="020B0600000101010101" pitchFamily="34" charset="-127"/>
              </a:rPr>
              <a:t>A geneticist samples 10 people and counts the number who have a gene linked to Alzheimer’s disease.</a:t>
            </a:r>
            <a:endParaRPr lang="en-US" altLang="ko-KR" sz="3529" dirty="0">
              <a:solidFill>
                <a:srgbClr val="333333"/>
              </a:solidFill>
              <a:effectLst>
                <a:outerShdw blurRad="38100" dist="38100" dir="2700000" algn="tl">
                  <a:srgbClr val="C0C0C0"/>
                </a:outerShdw>
              </a:effectLst>
              <a:ea typeface="굴림" panose="020B0600000101010101" pitchFamily="34" charset="-127"/>
            </a:endParaRPr>
          </a:p>
        </p:txBody>
      </p:sp>
      <p:grpSp>
        <p:nvGrpSpPr>
          <p:cNvPr id="11" name="Group 82">
            <a:extLst>
              <a:ext uri="{FF2B5EF4-FFF2-40B4-BE49-F238E27FC236}">
                <a16:creationId xmlns:a16="http://schemas.microsoft.com/office/drawing/2014/main" id="{7970CD6B-B973-8EFF-0FBF-BDE1786DAD90}"/>
              </a:ext>
            </a:extLst>
          </p:cNvPr>
          <p:cNvGrpSpPr>
            <a:grpSpLocks/>
          </p:cNvGrpSpPr>
          <p:nvPr/>
        </p:nvGrpSpPr>
        <p:grpSpPr bwMode="auto">
          <a:xfrm>
            <a:off x="1058705" y="5529969"/>
            <a:ext cx="8067040" cy="1680633"/>
            <a:chOff x="432" y="2928"/>
            <a:chExt cx="4608" cy="960"/>
          </a:xfrm>
        </p:grpSpPr>
        <p:sp>
          <p:nvSpPr>
            <p:cNvPr id="12" name="Rectangle 70">
              <a:extLst>
                <a:ext uri="{FF2B5EF4-FFF2-40B4-BE49-F238E27FC236}">
                  <a16:creationId xmlns:a16="http://schemas.microsoft.com/office/drawing/2014/main" id="{9BE79BFA-088A-A80F-B1BA-7F1588C66B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" y="2928"/>
              <a:ext cx="1265" cy="96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marL="342900" indent="-3429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20000"/>
                </a:spcBef>
                <a:buFontTx/>
                <a:buChar char="•"/>
              </a:pPr>
              <a:r>
                <a:rPr lang="en-US" altLang="ko-KR" sz="3529">
                  <a:solidFill>
                    <a:srgbClr val="3333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굴림" panose="020B0600000101010101" pitchFamily="34" charset="-127"/>
                </a:rPr>
                <a:t>Coin:</a:t>
              </a:r>
            </a:p>
            <a:p>
              <a:pPr>
                <a:spcBef>
                  <a:spcPct val="20000"/>
                </a:spcBef>
                <a:buFontTx/>
                <a:buChar char="•"/>
              </a:pPr>
              <a:r>
                <a:rPr lang="en-US" altLang="ko-KR" sz="3529">
                  <a:solidFill>
                    <a:srgbClr val="3333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굴림" panose="020B0600000101010101" pitchFamily="34" charset="-127"/>
                </a:rPr>
                <a:t>Head:</a:t>
              </a:r>
            </a:p>
            <a:p>
              <a:pPr>
                <a:spcBef>
                  <a:spcPct val="20000"/>
                </a:spcBef>
                <a:buFontTx/>
                <a:buChar char="•"/>
              </a:pPr>
              <a:r>
                <a:rPr lang="en-US" altLang="ko-KR" sz="3529">
                  <a:solidFill>
                    <a:srgbClr val="3333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굴림" panose="020B0600000101010101" pitchFamily="34" charset="-127"/>
                </a:rPr>
                <a:t>Tail:</a:t>
              </a:r>
            </a:p>
          </p:txBody>
        </p:sp>
        <p:sp>
          <p:nvSpPr>
            <p:cNvPr id="13" name="Rectangle 72">
              <a:extLst>
                <a:ext uri="{FF2B5EF4-FFF2-40B4-BE49-F238E27FC236}">
                  <a16:creationId xmlns:a16="http://schemas.microsoft.com/office/drawing/2014/main" id="{668A0C37-0DA9-B7BA-013F-FF59B8AF39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36" y="2928"/>
              <a:ext cx="2304" cy="96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marL="342900" indent="-3429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buFontTx/>
                <a:buChar char="•"/>
              </a:pPr>
              <a:r>
                <a:rPr lang="en-US" altLang="ko-KR" sz="3529">
                  <a:solidFill>
                    <a:srgbClr val="3333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굴림" panose="020B0600000101010101" pitchFamily="34" charset="-127"/>
                </a:rPr>
                <a:t>Number of</a:t>
              </a:r>
            </a:p>
            <a:p>
              <a:r>
                <a:rPr lang="en-US" altLang="ko-KR" sz="3529">
                  <a:solidFill>
                    <a:srgbClr val="3333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굴림" panose="020B0600000101010101" pitchFamily="34" charset="-127"/>
                </a:rPr>
                <a:t> tosses:</a:t>
              </a:r>
            </a:p>
            <a:p>
              <a:pPr>
                <a:buFontTx/>
                <a:buChar char="•"/>
              </a:pPr>
              <a:r>
                <a:rPr lang="en-US" altLang="ko-KR" sz="3529">
                  <a:solidFill>
                    <a:srgbClr val="3333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굴림" panose="020B0600000101010101" pitchFamily="34" charset="-127"/>
                </a:rPr>
                <a:t>P(H):</a:t>
              </a:r>
            </a:p>
          </p:txBody>
        </p:sp>
      </p:grpSp>
      <p:sp>
        <p:nvSpPr>
          <p:cNvPr id="14" name="Text Box 76">
            <a:extLst>
              <a:ext uri="{FF2B5EF4-FFF2-40B4-BE49-F238E27FC236}">
                <a16:creationId xmlns:a16="http://schemas.microsoft.com/office/drawing/2014/main" id="{101074E8-3811-4A14-EA8D-331994857C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24953" y="6370286"/>
            <a:ext cx="3025140" cy="1110689"/>
          </a:xfrm>
          <a:prstGeom prst="rect">
            <a:avLst/>
          </a:prstGeom>
          <a:solidFill>
            <a:srgbClr val="CC0066"/>
          </a:solidFill>
          <a:ln w="28575">
            <a:solidFill>
              <a:srgbClr val="F4ECC6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ko-KR" sz="2206">
                <a:solidFill>
                  <a:srgbClr val="F4ECC6"/>
                </a:solidFill>
                <a:ea typeface="굴림" panose="020B0600000101010101" pitchFamily="34" charset="-127"/>
              </a:rPr>
              <a:t>P(has gene) = proportion in the population who have the gene.</a:t>
            </a:r>
          </a:p>
        </p:txBody>
      </p:sp>
      <p:sp>
        <p:nvSpPr>
          <p:cNvPr id="15" name="Line 77">
            <a:extLst>
              <a:ext uri="{FF2B5EF4-FFF2-40B4-BE49-F238E27FC236}">
                <a16:creationId xmlns:a16="http://schemas.microsoft.com/office/drawing/2014/main" id="{35F54E81-92E3-E9E6-E8C5-6DD1809CBAB6}"/>
              </a:ext>
            </a:extLst>
          </p:cNvPr>
          <p:cNvSpPr>
            <a:spLocks noChangeShapeType="1"/>
          </p:cNvSpPr>
          <p:nvPr/>
        </p:nvSpPr>
        <p:spPr bwMode="auto">
          <a:xfrm>
            <a:off x="1058705" y="2945224"/>
            <a:ext cx="8403167" cy="0"/>
          </a:xfrm>
          <a:prstGeom prst="line">
            <a:avLst/>
          </a:prstGeom>
          <a:noFill/>
          <a:ln w="57150" cmpd="thinThick">
            <a:solidFill>
              <a:srgbClr val="CC006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D" sz="2316"/>
          </a:p>
        </p:txBody>
      </p:sp>
      <p:grpSp>
        <p:nvGrpSpPr>
          <p:cNvPr id="16" name="Group 81">
            <a:extLst>
              <a:ext uri="{FF2B5EF4-FFF2-40B4-BE49-F238E27FC236}">
                <a16:creationId xmlns:a16="http://schemas.microsoft.com/office/drawing/2014/main" id="{4E9F115E-9D68-3F14-A0B6-EF8CD7565A25}"/>
              </a:ext>
            </a:extLst>
          </p:cNvPr>
          <p:cNvGrpSpPr>
            <a:grpSpLocks/>
          </p:cNvGrpSpPr>
          <p:nvPr/>
        </p:nvGrpSpPr>
        <p:grpSpPr bwMode="auto">
          <a:xfrm>
            <a:off x="8369460" y="2768589"/>
            <a:ext cx="1764665" cy="2436918"/>
            <a:chOff x="4608" y="1152"/>
            <a:chExt cx="1008" cy="1392"/>
          </a:xfrm>
        </p:grpSpPr>
        <p:sp>
          <p:nvSpPr>
            <p:cNvPr id="17" name="Rectangle 80">
              <a:extLst>
                <a:ext uri="{FF2B5EF4-FFF2-40B4-BE49-F238E27FC236}">
                  <a16:creationId xmlns:a16="http://schemas.microsoft.com/office/drawing/2014/main" id="{9D083FEB-8BEF-E6AD-76E1-28C734D4ED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08" y="1152"/>
              <a:ext cx="1008" cy="1392"/>
            </a:xfrm>
            <a:prstGeom prst="rect">
              <a:avLst/>
            </a:prstGeom>
            <a:solidFill>
              <a:srgbClr val="F4ECC6"/>
            </a:solidFill>
            <a:ln w="28575">
              <a:solidFill>
                <a:srgbClr val="CC0066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endParaRPr lang="en-ID" sz="2316"/>
            </a:p>
          </p:txBody>
        </p:sp>
        <p:pic>
          <p:nvPicPr>
            <p:cNvPr id="18" name="Picture 79">
              <a:extLst>
                <a:ext uri="{FF2B5EF4-FFF2-40B4-BE49-F238E27FC236}">
                  <a16:creationId xmlns:a16="http://schemas.microsoft.com/office/drawing/2014/main" id="{2C491EC2-E8BB-77D7-04AC-6D5FF0C67A8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01" y="1248"/>
              <a:ext cx="867" cy="124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3787549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 autoUpdateAnimBg="0"/>
      <p:bldP spid="6" grpId="0" animBg="1" autoUpdateAnimBg="0"/>
      <p:bldP spid="8" grpId="0" animBg="1" autoUpdateAnimBg="0"/>
      <p:bldP spid="9" grpId="0" animBg="1" autoUpdateAnimBg="0"/>
      <p:bldP spid="10" grpId="0" autoUpdateAnimBg="0"/>
      <p:bldP spid="14" grpId="0" animBg="1" autoUpdateAnimBg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>
            <a:extLst>
              <a:ext uri="{FF2B5EF4-FFF2-40B4-BE49-F238E27FC236}">
                <a16:creationId xmlns:a16="http://schemas.microsoft.com/office/drawing/2014/main" id="{7529C2CA-AE84-99B4-F76B-CA930C6151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176371" y="805335"/>
            <a:ext cx="6818233" cy="789549"/>
          </a:xfrm>
        </p:spPr>
        <p:txBody>
          <a:bodyPr>
            <a:noAutofit/>
          </a:bodyPr>
          <a:lstStyle/>
          <a:p>
            <a:pPr algn="ctr"/>
            <a:r>
              <a:rPr lang="en-US" altLang="en-US" sz="3600" dirty="0"/>
              <a:t>The Binomial Experiment</a:t>
            </a:r>
          </a:p>
        </p:txBody>
      </p:sp>
      <p:sp>
        <p:nvSpPr>
          <p:cNvPr id="3" name="Rectangle 21">
            <a:extLst>
              <a:ext uri="{FF2B5EF4-FFF2-40B4-BE49-F238E27FC236}">
                <a16:creationId xmlns:a16="http://schemas.microsoft.com/office/drawing/2014/main" id="{54A8FAC5-CF68-F5C6-139D-D797A20B9FC7}"/>
              </a:ext>
            </a:extLst>
          </p:cNvPr>
          <p:cNvSpPr txBox="1">
            <a:spLocks noChangeArrowheads="1"/>
          </p:cNvSpPr>
          <p:nvPr/>
        </p:nvSpPr>
        <p:spPr>
          <a:xfrm>
            <a:off x="1166059" y="2001667"/>
            <a:ext cx="8991388" cy="4866966"/>
          </a:xfrm>
          <a:prstGeom prst="rect">
            <a:avLst/>
          </a:prstGeom>
          <a:noFill/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Autofit/>
          </a:bodyPr>
          <a:lstStyle>
            <a:lvl1pPr marL="267218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1pPr>
            <a:lvl2pPr marL="534436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2pPr>
            <a:lvl3pPr marL="801654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3pPr>
            <a:lvl4pPr marL="1068873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4pPr>
            <a:lvl5pPr marL="1336091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5pPr>
            <a:lvl6pPr marL="1603309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1870527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2137745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2404963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marL="756300" indent="-756300" fontAlgn="auto">
              <a:buFontTx/>
              <a:buAutoNum type="arabicPeriod"/>
            </a:pPr>
            <a:r>
              <a:rPr lang="en-US" altLang="ko-KR" sz="2800" kern="0" dirty="0">
                <a:ea typeface="굴림" panose="020B0600000101010101" pitchFamily="34" charset="-127"/>
              </a:rPr>
              <a:t>The experiment consists of</a:t>
            </a:r>
            <a:r>
              <a:rPr lang="en-US" altLang="ko-KR" sz="2800" b="1" kern="0" dirty="0"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anose="020B0600000101010101" pitchFamily="34" charset="-127"/>
              </a:rPr>
              <a:t> </a:t>
            </a:r>
            <a:r>
              <a:rPr lang="en-US" altLang="ko-KR" sz="2800" b="1" i="1" kern="0" dirty="0"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anose="020B0600000101010101" pitchFamily="34" charset="-127"/>
              </a:rPr>
              <a:t>n</a:t>
            </a:r>
            <a:r>
              <a:rPr lang="en-US" altLang="ko-KR" sz="2800" b="1" kern="0" dirty="0"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anose="020B0600000101010101" pitchFamily="34" charset="-127"/>
              </a:rPr>
              <a:t> identical trials.</a:t>
            </a:r>
          </a:p>
          <a:p>
            <a:pPr marL="756300" indent="-756300" fontAlgn="auto">
              <a:buFontTx/>
              <a:buAutoNum type="arabicPeriod"/>
            </a:pPr>
            <a:r>
              <a:rPr lang="en-US" altLang="ko-KR" sz="2800" kern="0" dirty="0">
                <a:ea typeface="굴림" panose="020B0600000101010101" pitchFamily="34" charset="-127"/>
              </a:rPr>
              <a:t>Each trial results in </a:t>
            </a:r>
            <a:r>
              <a:rPr lang="en-US" altLang="ko-KR" sz="2800" b="1" kern="0" dirty="0"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anose="020B0600000101010101" pitchFamily="34" charset="-127"/>
              </a:rPr>
              <a:t>one of two outcomes</a:t>
            </a:r>
            <a:r>
              <a:rPr lang="en-US" altLang="ko-KR" sz="2800" kern="0" dirty="0">
                <a:ea typeface="굴림" panose="020B0600000101010101" pitchFamily="34" charset="-127"/>
              </a:rPr>
              <a:t>, success (S) or failure (F).</a:t>
            </a:r>
          </a:p>
          <a:p>
            <a:pPr marL="756300" indent="-756300" fontAlgn="auto">
              <a:buFontTx/>
              <a:buAutoNum type="arabicPeriod"/>
            </a:pPr>
            <a:r>
              <a:rPr lang="en-US" altLang="ko-KR" sz="2800" kern="0" dirty="0">
                <a:ea typeface="굴림" panose="020B0600000101010101" pitchFamily="34" charset="-127"/>
              </a:rPr>
              <a:t>The probability of success  on a single trial is </a:t>
            </a:r>
            <a:r>
              <a:rPr lang="en-US" altLang="ko-KR" sz="2800" i="1" kern="0" dirty="0">
                <a:ea typeface="굴림" panose="020B0600000101010101" pitchFamily="34" charset="-127"/>
              </a:rPr>
              <a:t>p</a:t>
            </a:r>
            <a:r>
              <a:rPr lang="en-US" altLang="ko-KR" sz="2800" kern="0" dirty="0">
                <a:ea typeface="굴림" panose="020B0600000101010101" pitchFamily="34" charset="-127"/>
              </a:rPr>
              <a:t> and </a:t>
            </a:r>
            <a:r>
              <a:rPr lang="en-US" altLang="ko-KR" sz="2800" b="1" kern="0" dirty="0"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anose="020B0600000101010101" pitchFamily="34" charset="-127"/>
              </a:rPr>
              <a:t>remains constant</a:t>
            </a:r>
            <a:r>
              <a:rPr lang="en-US" altLang="ko-KR" sz="2800" kern="0" dirty="0">
                <a:ea typeface="굴림" panose="020B0600000101010101" pitchFamily="34" charset="-127"/>
              </a:rPr>
              <a:t> from trial to trial. The probability of failure is </a:t>
            </a:r>
            <a:r>
              <a:rPr lang="en-US" altLang="ko-KR" sz="2800" i="1" kern="0" dirty="0">
                <a:ea typeface="굴림" panose="020B0600000101010101" pitchFamily="34" charset="-127"/>
              </a:rPr>
              <a:t>q = 1 – p. </a:t>
            </a:r>
            <a:endParaRPr lang="en-US" altLang="ko-KR" sz="2800" kern="0" dirty="0">
              <a:ea typeface="굴림" panose="020B0600000101010101" pitchFamily="34" charset="-127"/>
            </a:endParaRPr>
          </a:p>
          <a:p>
            <a:pPr marL="756300" indent="-756300" fontAlgn="auto">
              <a:buFontTx/>
              <a:buAutoNum type="arabicPeriod"/>
            </a:pPr>
            <a:r>
              <a:rPr lang="en-US" altLang="ko-KR" sz="2800" kern="0" dirty="0">
                <a:ea typeface="굴림" panose="020B0600000101010101" pitchFamily="34" charset="-127"/>
              </a:rPr>
              <a:t>The trials are </a:t>
            </a:r>
            <a:r>
              <a:rPr lang="en-US" altLang="ko-KR" sz="2800" b="1" kern="0" dirty="0"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anose="020B0600000101010101" pitchFamily="34" charset="-127"/>
              </a:rPr>
              <a:t>independent</a:t>
            </a:r>
            <a:r>
              <a:rPr lang="en-US" altLang="ko-KR" sz="2800" kern="0" dirty="0">
                <a:ea typeface="굴림" panose="020B0600000101010101" pitchFamily="34" charset="-127"/>
              </a:rPr>
              <a:t>.</a:t>
            </a:r>
          </a:p>
          <a:p>
            <a:pPr marL="756300" indent="-756300" fontAlgn="auto">
              <a:buFontTx/>
              <a:buAutoNum type="arabicPeriod"/>
            </a:pPr>
            <a:r>
              <a:rPr lang="en-US" altLang="ko-KR" sz="2800" kern="0" dirty="0">
                <a:ea typeface="굴림" panose="020B0600000101010101" pitchFamily="34" charset="-127"/>
              </a:rPr>
              <a:t>We are interested in </a:t>
            </a:r>
            <a:r>
              <a:rPr lang="en-US" altLang="ko-KR" sz="2800" b="1" i="1" kern="0" dirty="0"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anose="020B0600000101010101" pitchFamily="34" charset="-127"/>
              </a:rPr>
              <a:t>x</a:t>
            </a:r>
            <a:r>
              <a:rPr lang="en-US" altLang="ko-KR" sz="2800" b="1" kern="0" dirty="0"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anose="020B0600000101010101" pitchFamily="34" charset="-127"/>
              </a:rPr>
              <a:t>, the number of successes in </a:t>
            </a:r>
            <a:r>
              <a:rPr lang="en-US" altLang="ko-KR" sz="2800" b="1" i="1" kern="0" dirty="0"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anose="020B0600000101010101" pitchFamily="34" charset="-127"/>
              </a:rPr>
              <a:t>n </a:t>
            </a:r>
            <a:r>
              <a:rPr lang="en-US" altLang="ko-KR" sz="2800" b="1" kern="0" dirty="0"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anose="020B0600000101010101" pitchFamily="34" charset="-127"/>
              </a:rPr>
              <a:t>trials.</a:t>
            </a:r>
          </a:p>
        </p:txBody>
      </p:sp>
    </p:spTree>
    <p:extLst>
      <p:ext uri="{BB962C8B-B14F-4D97-AF65-F5344CB8AC3E}">
        <p14:creationId xmlns:p14="http://schemas.microsoft.com/office/powerpoint/2010/main" val="27932468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utoUpdateAnimBg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>
            <a:extLst>
              <a:ext uri="{FF2B5EF4-FFF2-40B4-BE49-F238E27FC236}">
                <a16:creationId xmlns:a16="http://schemas.microsoft.com/office/drawing/2014/main" id="{7529C2CA-AE84-99B4-F76B-CA930C6151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176371" y="805335"/>
            <a:ext cx="6818233" cy="789549"/>
          </a:xfrm>
        </p:spPr>
        <p:txBody>
          <a:bodyPr>
            <a:noAutofit/>
          </a:bodyPr>
          <a:lstStyle/>
          <a:p>
            <a:pPr algn="ctr"/>
            <a:r>
              <a:rPr lang="en-US" altLang="en-US" sz="3600" dirty="0"/>
              <a:t>Binomial or Not?</a:t>
            </a:r>
          </a:p>
        </p:txBody>
      </p:sp>
      <p:sp>
        <p:nvSpPr>
          <p:cNvPr id="2" name="Rectangle 48">
            <a:extLst>
              <a:ext uri="{FF2B5EF4-FFF2-40B4-BE49-F238E27FC236}">
                <a16:creationId xmlns:a16="http://schemas.microsoft.com/office/drawing/2014/main" id="{87DF6E14-6746-477E-FC32-0EB839358867}"/>
              </a:ext>
            </a:extLst>
          </p:cNvPr>
          <p:cNvSpPr txBox="1">
            <a:spLocks noChangeArrowheads="1"/>
          </p:cNvSpPr>
          <p:nvPr/>
        </p:nvSpPr>
        <p:spPr>
          <a:xfrm>
            <a:off x="1198988" y="1642225"/>
            <a:ext cx="7142692" cy="1260475"/>
          </a:xfrm>
          <a:prstGeom prst="rect">
            <a:avLst/>
          </a:prstGeom>
          <a:noFill/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 fontScale="92500"/>
          </a:bodyPr>
          <a:lstStyle>
            <a:lvl1pPr marL="267218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1pPr>
            <a:lvl2pPr marL="534436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2pPr>
            <a:lvl3pPr marL="801654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3pPr>
            <a:lvl4pPr marL="1068873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4pPr>
            <a:lvl5pPr marL="1336091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5pPr>
            <a:lvl6pPr marL="1603309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1870527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2137745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2404963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fontAlgn="auto"/>
            <a:r>
              <a:rPr lang="en-US" altLang="ko-KR" sz="3529" kern="0">
                <a:ea typeface="굴림" panose="020B0600000101010101" pitchFamily="34" charset="-127"/>
              </a:rPr>
              <a:t>Very few real life applications satisfy these requirements exactly.</a:t>
            </a:r>
            <a:endParaRPr lang="en-US" altLang="ko-KR" sz="3529" kern="0" dirty="0">
              <a:ea typeface="굴림" panose="020B0600000101010101" pitchFamily="34" charset="-127"/>
            </a:endParaRPr>
          </a:p>
        </p:txBody>
      </p:sp>
      <p:grpSp>
        <p:nvGrpSpPr>
          <p:cNvPr id="4" name="Group 61">
            <a:extLst>
              <a:ext uri="{FF2B5EF4-FFF2-40B4-BE49-F238E27FC236}">
                <a16:creationId xmlns:a16="http://schemas.microsoft.com/office/drawing/2014/main" id="{1D5C6D40-B720-53E6-BA25-94B43A6586AE}"/>
              </a:ext>
            </a:extLst>
          </p:cNvPr>
          <p:cNvGrpSpPr>
            <a:grpSpLocks/>
          </p:cNvGrpSpPr>
          <p:nvPr/>
        </p:nvGrpSpPr>
        <p:grpSpPr bwMode="auto">
          <a:xfrm>
            <a:off x="8796828" y="93633"/>
            <a:ext cx="1764665" cy="2436918"/>
            <a:chOff x="4608" y="1152"/>
            <a:chExt cx="1008" cy="1392"/>
          </a:xfrm>
        </p:grpSpPr>
        <p:sp>
          <p:nvSpPr>
            <p:cNvPr id="5" name="Rectangle 62">
              <a:extLst>
                <a:ext uri="{FF2B5EF4-FFF2-40B4-BE49-F238E27FC236}">
                  <a16:creationId xmlns:a16="http://schemas.microsoft.com/office/drawing/2014/main" id="{373A4778-268A-8895-D3DF-874AA24C9B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08" y="1152"/>
              <a:ext cx="1008" cy="1392"/>
            </a:xfrm>
            <a:prstGeom prst="rect">
              <a:avLst/>
            </a:prstGeom>
            <a:solidFill>
              <a:srgbClr val="F4ECC6"/>
            </a:solidFill>
            <a:ln w="28575">
              <a:solidFill>
                <a:srgbClr val="CC0066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endParaRPr lang="en-ID" sz="2316"/>
            </a:p>
          </p:txBody>
        </p:sp>
        <p:pic>
          <p:nvPicPr>
            <p:cNvPr id="6" name="Picture 63">
              <a:extLst>
                <a:ext uri="{FF2B5EF4-FFF2-40B4-BE49-F238E27FC236}">
                  <a16:creationId xmlns:a16="http://schemas.microsoft.com/office/drawing/2014/main" id="{D47ADA00-F77B-3E64-7F74-D6B20570591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01" y="1248"/>
              <a:ext cx="867" cy="124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8" name="Rectangle 64">
            <a:extLst>
              <a:ext uri="{FF2B5EF4-FFF2-40B4-BE49-F238E27FC236}">
                <a16:creationId xmlns:a16="http://schemas.microsoft.com/office/drawing/2014/main" id="{1B4DFF44-443D-3E39-50AF-8A9B6AF588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67051" y="3154795"/>
            <a:ext cx="8823325" cy="3781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altLang="ko-KR" sz="3970">
                <a:solidFill>
                  <a:srgbClr val="339933"/>
                </a:solidFill>
                <a:ea typeface="굴림" panose="020B0600000101010101" pitchFamily="34" charset="-127"/>
              </a:rPr>
              <a:t>Select two people from the U.S. population, and suppose that 15% of the population has the Alzheimer’s gene.</a:t>
            </a:r>
          </a:p>
          <a:p>
            <a:pPr lvl="1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altLang="ko-KR" sz="3529">
                <a:solidFill>
                  <a:srgbClr val="CC0066"/>
                </a:solidFill>
                <a:ea typeface="굴림" panose="020B0600000101010101" pitchFamily="34" charset="-127"/>
              </a:rPr>
              <a:t>For the first person, </a:t>
            </a:r>
            <a:r>
              <a:rPr lang="en-US" altLang="ko-KR" sz="3529" i="1">
                <a:solidFill>
                  <a:srgbClr val="CC0066"/>
                </a:solidFill>
                <a:ea typeface="굴림" panose="020B0600000101010101" pitchFamily="34" charset="-127"/>
              </a:rPr>
              <a:t>p</a:t>
            </a:r>
            <a:r>
              <a:rPr lang="en-US" altLang="ko-KR" sz="3529">
                <a:solidFill>
                  <a:srgbClr val="CC0066"/>
                </a:solidFill>
                <a:ea typeface="굴림" panose="020B0600000101010101" pitchFamily="34" charset="-127"/>
              </a:rPr>
              <a:t> = P(gene) = .15</a:t>
            </a:r>
          </a:p>
          <a:p>
            <a:pPr lvl="1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altLang="ko-KR" sz="3529">
                <a:solidFill>
                  <a:srgbClr val="CC0066"/>
                </a:solidFill>
                <a:ea typeface="굴림" panose="020B0600000101010101" pitchFamily="34" charset="-127"/>
              </a:rPr>
              <a:t>For the second person, </a:t>
            </a:r>
            <a:r>
              <a:rPr lang="en-US" altLang="ko-KR" sz="3529" i="1">
                <a:solidFill>
                  <a:srgbClr val="CC0066"/>
                </a:solidFill>
                <a:ea typeface="굴림" panose="020B0600000101010101" pitchFamily="34" charset="-127"/>
              </a:rPr>
              <a:t>p</a:t>
            </a:r>
            <a:r>
              <a:rPr lang="en-US" altLang="ko-KR" sz="3529">
                <a:solidFill>
                  <a:srgbClr val="CC0066"/>
                </a:solidFill>
                <a:ea typeface="굴림" panose="020B0600000101010101" pitchFamily="34" charset="-127"/>
              </a:rPr>
              <a:t> </a:t>
            </a:r>
            <a:r>
              <a:rPr lang="en-US" altLang="ko-KR" sz="3529">
                <a:solidFill>
                  <a:srgbClr val="CC0066"/>
                </a:solidFill>
                <a:ea typeface="굴림" panose="020B0600000101010101" pitchFamily="34" charset="-127"/>
                <a:sym typeface="Symbol" panose="05050102010706020507" pitchFamily="18" charset="2"/>
              </a:rPr>
              <a:t></a:t>
            </a:r>
            <a:r>
              <a:rPr lang="en-US" altLang="ko-KR" sz="3529">
                <a:solidFill>
                  <a:srgbClr val="CC0066"/>
                </a:solidFill>
                <a:ea typeface="굴림" panose="020B0600000101010101" pitchFamily="34" charset="-127"/>
              </a:rPr>
              <a:t> P(gene) = .15, even though one person has been removed from the population.</a:t>
            </a:r>
          </a:p>
        </p:txBody>
      </p:sp>
      <p:sp>
        <p:nvSpPr>
          <p:cNvPr id="9" name="Line 65">
            <a:extLst>
              <a:ext uri="{FF2B5EF4-FFF2-40B4-BE49-F238E27FC236}">
                <a16:creationId xmlns:a16="http://schemas.microsoft.com/office/drawing/2014/main" id="{D2E3F36D-FD45-B8E4-1670-30FA6F799445}"/>
              </a:ext>
            </a:extLst>
          </p:cNvPr>
          <p:cNvSpPr>
            <a:spLocks noChangeShapeType="1"/>
          </p:cNvSpPr>
          <p:nvPr/>
        </p:nvSpPr>
        <p:spPr bwMode="auto">
          <a:xfrm>
            <a:off x="1367051" y="3070763"/>
            <a:ext cx="8403167" cy="0"/>
          </a:xfrm>
          <a:prstGeom prst="line">
            <a:avLst/>
          </a:prstGeom>
          <a:noFill/>
          <a:ln w="57150" cmpd="thinThick">
            <a:solidFill>
              <a:srgbClr val="CC006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D" sz="2316"/>
          </a:p>
        </p:txBody>
      </p:sp>
    </p:spTree>
    <p:extLst>
      <p:ext uri="{BB962C8B-B14F-4D97-AF65-F5344CB8AC3E}">
        <p14:creationId xmlns:p14="http://schemas.microsoft.com/office/powerpoint/2010/main" val="37755083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 bldLvl="2" autoUpdateAnimBg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>
            <a:extLst>
              <a:ext uri="{FF2B5EF4-FFF2-40B4-BE49-F238E27FC236}">
                <a16:creationId xmlns:a16="http://schemas.microsoft.com/office/drawing/2014/main" id="{7529C2CA-AE84-99B4-F76B-CA930C6151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176371" y="805335"/>
            <a:ext cx="6818233" cy="789549"/>
          </a:xfrm>
        </p:spPr>
        <p:txBody>
          <a:bodyPr>
            <a:noAutofit/>
          </a:bodyPr>
          <a:lstStyle/>
          <a:p>
            <a:pPr algn="ctr"/>
            <a:r>
              <a:rPr lang="en-US" altLang="en-US" sz="3600" dirty="0"/>
              <a:t>The Binomial Probability Distribution</a:t>
            </a:r>
          </a:p>
        </p:txBody>
      </p:sp>
      <p:sp>
        <p:nvSpPr>
          <p:cNvPr id="2" name="Rectangle 6">
            <a:extLst>
              <a:ext uri="{FF2B5EF4-FFF2-40B4-BE49-F238E27FC236}">
                <a16:creationId xmlns:a16="http://schemas.microsoft.com/office/drawing/2014/main" id="{CE174149-7E53-B2BD-7F24-29D6D96928B3}"/>
              </a:ext>
            </a:extLst>
          </p:cNvPr>
          <p:cNvSpPr txBox="1">
            <a:spLocks noChangeArrowheads="1"/>
          </p:cNvSpPr>
          <p:nvPr/>
        </p:nvSpPr>
        <p:spPr>
          <a:xfrm>
            <a:off x="1058704" y="1932729"/>
            <a:ext cx="9075420" cy="1932728"/>
          </a:xfrm>
          <a:prstGeom prst="rect">
            <a:avLst/>
          </a:prstGeom>
          <a:noFill/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 lnSpcReduction="10000"/>
          </a:bodyPr>
          <a:lstStyle>
            <a:lvl1pPr marL="267218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1pPr>
            <a:lvl2pPr marL="534436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2pPr>
            <a:lvl3pPr marL="801654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3pPr>
            <a:lvl4pPr marL="1068873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4pPr>
            <a:lvl5pPr marL="1336091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5pPr>
            <a:lvl6pPr marL="1603309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1870527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2137745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2404963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fontAlgn="auto"/>
            <a:r>
              <a:rPr lang="en-US" altLang="ko-KR" sz="3529" kern="0">
                <a:ea typeface="굴림" panose="020B0600000101010101" pitchFamily="34" charset="-127"/>
              </a:rPr>
              <a:t>For a binomial experiment with </a:t>
            </a:r>
            <a:r>
              <a:rPr lang="en-US" altLang="ko-KR" sz="3529" i="1" kern="0">
                <a:ea typeface="굴림" panose="020B0600000101010101" pitchFamily="34" charset="-127"/>
              </a:rPr>
              <a:t>n</a:t>
            </a:r>
            <a:r>
              <a:rPr lang="en-US" altLang="ko-KR" sz="3529" kern="0">
                <a:ea typeface="굴림" panose="020B0600000101010101" pitchFamily="34" charset="-127"/>
              </a:rPr>
              <a:t> trials and probability </a:t>
            </a:r>
            <a:r>
              <a:rPr lang="en-US" altLang="ko-KR" sz="3529" i="1" kern="0">
                <a:ea typeface="굴림" panose="020B0600000101010101" pitchFamily="34" charset="-127"/>
              </a:rPr>
              <a:t>p </a:t>
            </a:r>
            <a:r>
              <a:rPr lang="en-US" altLang="ko-KR" sz="3529" kern="0">
                <a:ea typeface="굴림" panose="020B0600000101010101" pitchFamily="34" charset="-127"/>
              </a:rPr>
              <a:t>of success on a given trial, the probability of </a:t>
            </a:r>
            <a:r>
              <a:rPr lang="en-US" altLang="ko-KR" sz="3529" i="1" kern="0">
                <a:ea typeface="굴림" panose="020B0600000101010101" pitchFamily="34" charset="-127"/>
              </a:rPr>
              <a:t>k</a:t>
            </a:r>
            <a:r>
              <a:rPr lang="en-US" altLang="ko-KR" sz="3529" kern="0">
                <a:ea typeface="굴림" panose="020B0600000101010101" pitchFamily="34" charset="-127"/>
              </a:rPr>
              <a:t> successes in </a:t>
            </a:r>
            <a:r>
              <a:rPr lang="en-US" altLang="ko-KR" sz="3529" i="1" kern="0">
                <a:ea typeface="굴림" panose="020B0600000101010101" pitchFamily="34" charset="-127"/>
              </a:rPr>
              <a:t>n</a:t>
            </a:r>
            <a:r>
              <a:rPr lang="en-US" altLang="ko-KR" sz="3529" kern="0">
                <a:ea typeface="굴림" panose="020B0600000101010101" pitchFamily="34" charset="-127"/>
              </a:rPr>
              <a:t> trials is</a:t>
            </a:r>
            <a:endParaRPr lang="en-US" altLang="ko-KR" sz="3529" b="1" kern="0" dirty="0">
              <a:solidFill>
                <a:srgbClr val="333333"/>
              </a:solidFill>
              <a:effectLst>
                <a:outerShdw blurRad="38100" dist="38100" dir="2700000" algn="tl">
                  <a:srgbClr val="C0C0C0"/>
                </a:outerShdw>
              </a:effectLst>
              <a:ea typeface="굴림" panose="020B0600000101010101" pitchFamily="34" charset="-127"/>
            </a:endParaRPr>
          </a:p>
        </p:txBody>
      </p:sp>
      <p:graphicFrame>
        <p:nvGraphicFramePr>
          <p:cNvPr id="4" name="Object 14">
            <a:extLst>
              <a:ext uri="{FF2B5EF4-FFF2-40B4-BE49-F238E27FC236}">
                <a16:creationId xmlns:a16="http://schemas.microsoft.com/office/drawing/2014/main" id="{232079F4-9C1E-3FD5-4F75-09937ABF821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56954" y="3891718"/>
          <a:ext cx="9015898" cy="29148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590560" imgH="838080" progId="Equation.3">
                  <p:embed/>
                </p:oleObj>
              </mc:Choice>
              <mc:Fallback>
                <p:oleObj name="Equation" r:id="rId2" imgW="2590560" imgH="838080" progId="Equation.3">
                  <p:embed/>
                  <p:pic>
                    <p:nvPicPr>
                      <p:cNvPr id="4" name="Object 14">
                        <a:extLst>
                          <a:ext uri="{FF2B5EF4-FFF2-40B4-BE49-F238E27FC236}">
                            <a16:creationId xmlns:a16="http://schemas.microsoft.com/office/drawing/2014/main" id="{232079F4-9C1E-3FD5-4F75-09937ABF821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56954" y="3891718"/>
                        <a:ext cx="9015898" cy="2914848"/>
                      </a:xfrm>
                      <a:prstGeom prst="rect">
                        <a:avLst/>
                      </a:prstGeom>
                      <a:solidFill>
                        <a:srgbClr val="F4ECC6"/>
                      </a:solidFill>
                      <a:ln w="28575">
                        <a:solidFill>
                          <a:srgbClr val="CC0066"/>
                        </a:solidFill>
                        <a:miter lim="800000"/>
                        <a:headEnd/>
                        <a:tailEnd/>
                      </a:ln>
                      <a:effectLst>
                        <a:outerShdw dist="107763" dir="2700000" algn="ctr" rotWithShape="0">
                          <a:srgbClr val="808080"/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800503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>
            <a:extLst>
              <a:ext uri="{FF2B5EF4-FFF2-40B4-BE49-F238E27FC236}">
                <a16:creationId xmlns:a16="http://schemas.microsoft.com/office/drawing/2014/main" id="{7529C2CA-AE84-99B4-F76B-CA930C6151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176371" y="805335"/>
            <a:ext cx="6818233" cy="789549"/>
          </a:xfrm>
        </p:spPr>
        <p:txBody>
          <a:bodyPr>
            <a:noAutofit/>
          </a:bodyPr>
          <a:lstStyle/>
          <a:p>
            <a:pPr algn="ctr"/>
            <a:r>
              <a:rPr lang="en-US" altLang="en-US" sz="3600" dirty="0"/>
              <a:t>The Mean and Standard Deviation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133ABB08-DD0C-BE2B-A533-80D926391633}"/>
              </a:ext>
            </a:extLst>
          </p:cNvPr>
          <p:cNvSpPr txBox="1">
            <a:spLocks noChangeArrowheads="1"/>
          </p:cNvSpPr>
          <p:nvPr/>
        </p:nvSpPr>
        <p:spPr>
          <a:xfrm>
            <a:off x="1058704" y="2187915"/>
            <a:ext cx="9075420" cy="1544118"/>
          </a:xfrm>
          <a:prstGeom prst="rect">
            <a:avLst/>
          </a:prstGeom>
          <a:noFill/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>
            <a:lvl1pPr marL="267218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1pPr>
            <a:lvl2pPr marL="534436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2pPr>
            <a:lvl3pPr marL="801654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3pPr>
            <a:lvl4pPr marL="1068873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4pPr>
            <a:lvl5pPr marL="1336091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5pPr>
            <a:lvl6pPr marL="1603309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1870527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2137745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2404963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fontAlgn="auto"/>
            <a:r>
              <a:rPr lang="en-US" altLang="ko-KR" sz="3200" kern="0" dirty="0"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For a binomial experiment with </a:t>
            </a:r>
            <a:r>
              <a:rPr lang="en-US" altLang="ko-KR" sz="3200" i="1" kern="0" dirty="0"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n</a:t>
            </a:r>
            <a:r>
              <a:rPr lang="en-US" altLang="ko-KR" sz="3200" kern="0" dirty="0"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 trials and probability </a:t>
            </a:r>
            <a:r>
              <a:rPr lang="en-US" altLang="ko-KR" sz="3200" i="1" kern="0" dirty="0"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p </a:t>
            </a:r>
            <a:r>
              <a:rPr lang="en-US" altLang="ko-KR" sz="3200" kern="0" dirty="0"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of success on a given trial, the measures of center and spread are:</a:t>
            </a:r>
            <a:endParaRPr lang="en-US" altLang="ko-KR" sz="3200" b="1" kern="0" dirty="0">
              <a:solidFill>
                <a:srgbClr val="333333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Open Sans Semibold" panose="020B0706030804020204" pitchFamily="34" charset="0"/>
              <a:ea typeface="Open Sans Semibold" panose="020B0706030804020204" pitchFamily="34" charset="0"/>
              <a:cs typeface="Open Sans Semibold" panose="020B0706030804020204" pitchFamily="34" charset="0"/>
            </a:endParaRPr>
          </a:p>
        </p:txBody>
      </p:sp>
      <p:graphicFrame>
        <p:nvGraphicFramePr>
          <p:cNvPr id="5" name="Object 5">
            <a:extLst>
              <a:ext uri="{FF2B5EF4-FFF2-40B4-BE49-F238E27FC236}">
                <a16:creationId xmlns:a16="http://schemas.microsoft.com/office/drawing/2014/main" id="{ABFFA310-4C34-056E-A624-54FFCB2F097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35148" y="4005510"/>
          <a:ext cx="5738663" cy="23143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384200" imgH="558720" progId="Equation.3">
                  <p:embed/>
                </p:oleObj>
              </mc:Choice>
              <mc:Fallback>
                <p:oleObj name="Equation" r:id="rId2" imgW="1384200" imgH="558720" progId="Equation.3">
                  <p:embed/>
                  <p:pic>
                    <p:nvPicPr>
                      <p:cNvPr id="5" name="Object 5">
                        <a:extLst>
                          <a:ext uri="{FF2B5EF4-FFF2-40B4-BE49-F238E27FC236}">
                            <a16:creationId xmlns:a16="http://schemas.microsoft.com/office/drawing/2014/main" id="{ABFFA310-4C34-056E-A624-54FFCB2F097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35148" y="4005510"/>
                        <a:ext cx="5738663" cy="2314372"/>
                      </a:xfrm>
                      <a:prstGeom prst="rect">
                        <a:avLst/>
                      </a:prstGeom>
                      <a:solidFill>
                        <a:srgbClr val="F4ECC6"/>
                      </a:solidFill>
                      <a:ln w="28575">
                        <a:solidFill>
                          <a:srgbClr val="CC0066"/>
                        </a:solidFill>
                        <a:miter lim="800000"/>
                        <a:headEnd/>
                        <a:tailEnd/>
                      </a:ln>
                      <a:effectLst>
                        <a:outerShdw dist="107763" dir="2700000" algn="ctr" rotWithShape="0">
                          <a:srgbClr val="808080"/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158205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>
            <a:extLst>
              <a:ext uri="{FF2B5EF4-FFF2-40B4-BE49-F238E27FC236}">
                <a16:creationId xmlns:a16="http://schemas.microsoft.com/office/drawing/2014/main" id="{7529C2CA-AE84-99B4-F76B-CA930C6151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665470" y="624582"/>
            <a:ext cx="6818233" cy="640693"/>
          </a:xfrm>
        </p:spPr>
        <p:txBody>
          <a:bodyPr>
            <a:noAutofit/>
          </a:bodyPr>
          <a:lstStyle/>
          <a:p>
            <a:r>
              <a:rPr lang="en-US" altLang="en-US" sz="4400" dirty="0"/>
              <a:t>Example</a:t>
            </a:r>
          </a:p>
        </p:txBody>
      </p:sp>
      <p:grpSp>
        <p:nvGrpSpPr>
          <p:cNvPr id="15" name="Group 1068">
            <a:extLst>
              <a:ext uri="{FF2B5EF4-FFF2-40B4-BE49-F238E27FC236}">
                <a16:creationId xmlns:a16="http://schemas.microsoft.com/office/drawing/2014/main" id="{7C91A0D8-28ED-DA8A-2FB9-CA43CCFCC10E}"/>
              </a:ext>
            </a:extLst>
          </p:cNvPr>
          <p:cNvGrpSpPr>
            <a:grpSpLocks/>
          </p:cNvGrpSpPr>
          <p:nvPr/>
        </p:nvGrpSpPr>
        <p:grpSpPr bwMode="auto">
          <a:xfrm>
            <a:off x="1310799" y="3445298"/>
            <a:ext cx="8655262" cy="3361267"/>
            <a:chOff x="576" y="1968"/>
            <a:chExt cx="4944" cy="1920"/>
          </a:xfrm>
        </p:grpSpPr>
        <p:sp>
          <p:nvSpPr>
            <p:cNvPr id="16" name="Rectangle 1056">
              <a:extLst>
                <a:ext uri="{FF2B5EF4-FFF2-40B4-BE49-F238E27FC236}">
                  <a16:creationId xmlns:a16="http://schemas.microsoft.com/office/drawing/2014/main" id="{A6461A9C-4057-E60F-C73F-46B1E811BD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6" y="1968"/>
              <a:ext cx="4944" cy="1920"/>
            </a:xfrm>
            <a:prstGeom prst="rect">
              <a:avLst/>
            </a:prstGeom>
            <a:solidFill>
              <a:srgbClr val="F4ECC6"/>
            </a:solidFill>
            <a:ln w="28575">
              <a:solidFill>
                <a:srgbClr val="CC0066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/>
              <a:endParaRPr lang="ko-KR" altLang="en-US" sz="2316">
                <a:solidFill>
                  <a:srgbClr val="CC0066"/>
                </a:solidFill>
                <a:ea typeface="굴림" panose="020B0600000101010101" pitchFamily="34" charset="-127"/>
              </a:endParaRPr>
            </a:p>
          </p:txBody>
        </p:sp>
        <p:sp>
          <p:nvSpPr>
            <p:cNvPr id="17" name="Text Box 1057">
              <a:extLst>
                <a:ext uri="{FF2B5EF4-FFF2-40B4-BE49-F238E27FC236}">
                  <a16:creationId xmlns:a16="http://schemas.microsoft.com/office/drawing/2014/main" id="{041395D9-A97D-AA7E-D96C-F1D084581BD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6" y="2112"/>
              <a:ext cx="384" cy="25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ko-KR" sz="2316" i="1">
                  <a:ea typeface="굴림" panose="020B0600000101010101" pitchFamily="34" charset="-127"/>
                </a:rPr>
                <a:t>n</a:t>
              </a:r>
              <a:r>
                <a:rPr lang="en-US" altLang="ko-KR" sz="2316">
                  <a:ea typeface="굴림" panose="020B0600000101010101" pitchFamily="34" charset="-127"/>
                </a:rPr>
                <a:t> =</a:t>
              </a:r>
            </a:p>
          </p:txBody>
        </p:sp>
        <p:sp>
          <p:nvSpPr>
            <p:cNvPr id="18" name="Text Box 1058">
              <a:extLst>
                <a:ext uri="{FF2B5EF4-FFF2-40B4-BE49-F238E27FC236}">
                  <a16:creationId xmlns:a16="http://schemas.microsoft.com/office/drawing/2014/main" id="{92457294-8EF5-096C-A73D-A454119740D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68" y="2064"/>
              <a:ext cx="432" cy="25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ko-KR" sz="2316" i="1">
                  <a:ea typeface="굴림" panose="020B0600000101010101" pitchFamily="34" charset="-127"/>
                </a:rPr>
                <a:t>p</a:t>
              </a:r>
              <a:r>
                <a:rPr lang="en-US" altLang="ko-KR" sz="2316">
                  <a:ea typeface="굴림" panose="020B0600000101010101" pitchFamily="34" charset="-127"/>
                </a:rPr>
                <a:t> =</a:t>
              </a:r>
            </a:p>
          </p:txBody>
        </p:sp>
        <p:sp>
          <p:nvSpPr>
            <p:cNvPr id="19" name="Text Box 1059">
              <a:extLst>
                <a:ext uri="{FF2B5EF4-FFF2-40B4-BE49-F238E27FC236}">
                  <a16:creationId xmlns:a16="http://schemas.microsoft.com/office/drawing/2014/main" id="{9E68E058-12D4-24DB-985C-41589340617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80" y="2064"/>
              <a:ext cx="432" cy="25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ko-KR" sz="2316" i="1">
                  <a:ea typeface="굴림" panose="020B0600000101010101" pitchFamily="34" charset="-127"/>
                </a:rPr>
                <a:t>x</a:t>
              </a:r>
              <a:r>
                <a:rPr lang="en-US" altLang="ko-KR" sz="2316">
                  <a:ea typeface="굴림" panose="020B0600000101010101" pitchFamily="34" charset="-127"/>
                </a:rPr>
                <a:t> =</a:t>
              </a:r>
            </a:p>
          </p:txBody>
        </p:sp>
        <p:sp>
          <p:nvSpPr>
            <p:cNvPr id="20" name="Text Box 1062">
              <a:extLst>
                <a:ext uri="{FF2B5EF4-FFF2-40B4-BE49-F238E27FC236}">
                  <a16:creationId xmlns:a16="http://schemas.microsoft.com/office/drawing/2014/main" id="{16C62FFD-FE59-D408-B9B5-129A661FB52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88" y="2112"/>
              <a:ext cx="1200" cy="25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ko-KR" sz="2316" i="1">
                  <a:ea typeface="굴림" panose="020B0600000101010101" pitchFamily="34" charset="-127"/>
                </a:rPr>
                <a:t>success</a:t>
              </a:r>
              <a:r>
                <a:rPr lang="en-US" altLang="ko-KR" sz="2316">
                  <a:ea typeface="굴림" panose="020B0600000101010101" pitchFamily="34" charset="-127"/>
                </a:rPr>
                <a:t> =</a:t>
              </a:r>
            </a:p>
          </p:txBody>
        </p:sp>
      </p:grpSp>
      <p:sp>
        <p:nvSpPr>
          <p:cNvPr id="21" name="Text Box 1028">
            <a:extLst>
              <a:ext uri="{FF2B5EF4-FFF2-40B4-BE49-F238E27FC236}">
                <a16:creationId xmlns:a16="http://schemas.microsoft.com/office/drawing/2014/main" id="{EF91D398-A8DC-4B1D-D5EE-2F5EFB2095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10799" y="1644551"/>
            <a:ext cx="8739293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3200" dirty="0">
                <a:solidFill>
                  <a:srgbClr val="339933"/>
                </a:solidFill>
                <a:ea typeface="굴림" panose="020B0600000101010101" pitchFamily="34" charset="-127"/>
              </a:rPr>
              <a:t>A marksman hits a target 80% of the </a:t>
            </a:r>
          </a:p>
          <a:p>
            <a:r>
              <a:rPr lang="en-US" altLang="ko-KR" sz="3200" dirty="0">
                <a:solidFill>
                  <a:srgbClr val="339933"/>
                </a:solidFill>
                <a:ea typeface="굴림" panose="020B0600000101010101" pitchFamily="34" charset="-127"/>
              </a:rPr>
              <a:t>time. He fires five shots at the target. What is the probability that exactly 3 shots hit the target?</a:t>
            </a:r>
            <a:endParaRPr lang="en-US" altLang="ko-KR" sz="3200" dirty="0">
              <a:solidFill>
                <a:srgbClr val="333333"/>
              </a:solidFill>
              <a:effectLst>
                <a:outerShdw blurRad="38100" dist="38100" dir="2700000" algn="tl">
                  <a:srgbClr val="C0C0C0"/>
                </a:outerShdw>
              </a:effectLst>
              <a:ea typeface="굴림" panose="020B0600000101010101" pitchFamily="34" charset="-127"/>
            </a:endParaRPr>
          </a:p>
        </p:txBody>
      </p:sp>
      <p:grpSp>
        <p:nvGrpSpPr>
          <p:cNvPr id="22" name="Group 1054">
            <a:extLst>
              <a:ext uri="{FF2B5EF4-FFF2-40B4-BE49-F238E27FC236}">
                <a16:creationId xmlns:a16="http://schemas.microsoft.com/office/drawing/2014/main" id="{8F14AE96-02D9-BE79-AE13-AF6BEAEFD892}"/>
              </a:ext>
            </a:extLst>
          </p:cNvPr>
          <p:cNvGrpSpPr>
            <a:grpSpLocks/>
          </p:cNvGrpSpPr>
          <p:nvPr/>
        </p:nvGrpSpPr>
        <p:grpSpPr bwMode="auto">
          <a:xfrm>
            <a:off x="7865269" y="84032"/>
            <a:ext cx="2352887" cy="1680633"/>
            <a:chOff x="4320" y="48"/>
            <a:chExt cx="1344" cy="960"/>
          </a:xfrm>
        </p:grpSpPr>
        <p:sp>
          <p:nvSpPr>
            <p:cNvPr id="23" name="Rectangle 1053">
              <a:extLst>
                <a:ext uri="{FF2B5EF4-FFF2-40B4-BE49-F238E27FC236}">
                  <a16:creationId xmlns:a16="http://schemas.microsoft.com/office/drawing/2014/main" id="{F3C01C1D-D865-557E-BCFF-CF22352980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0" y="48"/>
              <a:ext cx="1344" cy="960"/>
            </a:xfrm>
            <a:prstGeom prst="rect">
              <a:avLst/>
            </a:prstGeom>
            <a:solidFill>
              <a:srgbClr val="F0D27E"/>
            </a:solidFill>
            <a:ln w="28575">
              <a:solidFill>
                <a:srgbClr val="CC0066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endParaRPr lang="en-ID" sz="2316"/>
            </a:p>
          </p:txBody>
        </p:sp>
        <p:pic>
          <p:nvPicPr>
            <p:cNvPr id="24" name="Picture 1052">
              <a:extLst>
                <a:ext uri="{FF2B5EF4-FFF2-40B4-BE49-F238E27FC236}">
                  <a16:creationId xmlns:a16="http://schemas.microsoft.com/office/drawing/2014/main" id="{4549AF70-CF9A-216E-1E52-39FFF31A321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16" y="144"/>
              <a:ext cx="1152" cy="80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aphicFrame>
        <p:nvGraphicFramePr>
          <p:cNvPr id="25" name="Object 1055">
            <a:extLst>
              <a:ext uri="{FF2B5EF4-FFF2-40B4-BE49-F238E27FC236}">
                <a16:creationId xmlns:a16="http://schemas.microsoft.com/office/drawing/2014/main" id="{4C8D555D-E88A-4AC1-4EDF-659ED42622F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83053" y="4537711"/>
          <a:ext cx="3270232" cy="6617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939600" imgH="190440" progId="Equation.3">
                  <p:embed/>
                </p:oleObj>
              </mc:Choice>
              <mc:Fallback>
                <p:oleObj name="Equation" r:id="rId3" imgW="939600" imgH="190440" progId="Equation.3">
                  <p:embed/>
                  <p:pic>
                    <p:nvPicPr>
                      <p:cNvPr id="25" name="Object 1055">
                        <a:extLst>
                          <a:ext uri="{FF2B5EF4-FFF2-40B4-BE49-F238E27FC236}">
                            <a16:creationId xmlns:a16="http://schemas.microsoft.com/office/drawing/2014/main" id="{4C8D555D-E88A-4AC1-4EDF-659ED42622F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3053" y="4537711"/>
                        <a:ext cx="3270232" cy="66174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4ECC6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rgbClr val="CC0066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107763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Text Box 1060">
            <a:extLst>
              <a:ext uri="{FF2B5EF4-FFF2-40B4-BE49-F238E27FC236}">
                <a16:creationId xmlns:a16="http://schemas.microsoft.com/office/drawing/2014/main" id="{3A061030-1FD9-B672-B787-2A33AEC188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67084" y="3697394"/>
            <a:ext cx="420158" cy="448713"/>
          </a:xfrm>
          <a:prstGeom prst="rect">
            <a:avLst/>
          </a:prstGeom>
          <a:solidFill>
            <a:srgbClr val="CC0066"/>
          </a:solidFill>
          <a:ln w="9525">
            <a:solidFill>
              <a:srgbClr val="CC0066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ko-KR" sz="2316">
                <a:solidFill>
                  <a:srgbClr val="F4ECC6"/>
                </a:solidFill>
                <a:ea typeface="굴림" panose="020B0600000101010101" pitchFamily="34" charset="-127"/>
              </a:rPr>
              <a:t>5</a:t>
            </a:r>
          </a:p>
        </p:txBody>
      </p:sp>
      <p:sp>
        <p:nvSpPr>
          <p:cNvPr id="27" name="Text Box 1061">
            <a:extLst>
              <a:ext uri="{FF2B5EF4-FFF2-40B4-BE49-F238E27FC236}">
                <a16:creationId xmlns:a16="http://schemas.microsoft.com/office/drawing/2014/main" id="{6166B7A0-8AEE-8780-27C3-35B39E88D0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20762" y="3613362"/>
            <a:ext cx="588222" cy="448713"/>
          </a:xfrm>
          <a:prstGeom prst="rect">
            <a:avLst/>
          </a:prstGeom>
          <a:solidFill>
            <a:srgbClr val="CC0066"/>
          </a:solidFill>
          <a:ln w="9525">
            <a:solidFill>
              <a:srgbClr val="CC0066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ko-KR" sz="2316">
                <a:solidFill>
                  <a:srgbClr val="F4ECC6"/>
                </a:solidFill>
                <a:ea typeface="굴림" panose="020B0600000101010101" pitchFamily="34" charset="-127"/>
              </a:rPr>
              <a:t>.8</a:t>
            </a:r>
          </a:p>
        </p:txBody>
      </p:sp>
      <p:sp>
        <p:nvSpPr>
          <p:cNvPr id="28" name="Text Box 1064">
            <a:extLst>
              <a:ext uri="{FF2B5EF4-FFF2-40B4-BE49-F238E27FC236}">
                <a16:creationId xmlns:a16="http://schemas.microsoft.com/office/drawing/2014/main" id="{381FEDAB-39B6-0B76-AE43-A73AEB46F5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4002" y="3613362"/>
            <a:ext cx="840317" cy="448713"/>
          </a:xfrm>
          <a:prstGeom prst="rect">
            <a:avLst/>
          </a:prstGeom>
          <a:solidFill>
            <a:srgbClr val="CC0066"/>
          </a:solidFill>
          <a:ln w="9525">
            <a:solidFill>
              <a:srgbClr val="CC0066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ko-KR" sz="2316">
                <a:solidFill>
                  <a:srgbClr val="F4ECC6"/>
                </a:solidFill>
                <a:ea typeface="굴림" panose="020B0600000101010101" pitchFamily="34" charset="-127"/>
              </a:rPr>
              <a:t>hit</a:t>
            </a:r>
          </a:p>
        </p:txBody>
      </p:sp>
      <p:sp>
        <p:nvSpPr>
          <p:cNvPr id="29" name="Text Box 1065">
            <a:extLst>
              <a:ext uri="{FF2B5EF4-FFF2-40B4-BE49-F238E27FC236}">
                <a16:creationId xmlns:a16="http://schemas.microsoft.com/office/drawing/2014/main" id="{EA8D1D49-226C-176F-9E61-0CEDB7A22D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17364" y="3613362"/>
            <a:ext cx="1428538" cy="448713"/>
          </a:xfrm>
          <a:prstGeom prst="rect">
            <a:avLst/>
          </a:prstGeom>
          <a:solidFill>
            <a:srgbClr val="CC0066"/>
          </a:solidFill>
          <a:ln w="9525">
            <a:solidFill>
              <a:srgbClr val="CC0066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ko-KR" sz="2316">
                <a:solidFill>
                  <a:srgbClr val="F4ECC6"/>
                </a:solidFill>
                <a:ea typeface="굴림" panose="020B0600000101010101" pitchFamily="34" charset="-127"/>
              </a:rPr>
              <a:t># of hits</a:t>
            </a:r>
          </a:p>
        </p:txBody>
      </p:sp>
      <p:graphicFrame>
        <p:nvGraphicFramePr>
          <p:cNvPr id="30" name="Object 1066">
            <a:extLst>
              <a:ext uri="{FF2B5EF4-FFF2-40B4-BE49-F238E27FC236}">
                <a16:creationId xmlns:a16="http://schemas.microsoft.com/office/drawing/2014/main" id="{565B3C47-72D7-F2BA-BA9F-22817B843B5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97264" y="4285615"/>
          <a:ext cx="2739783" cy="11029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787320" imgH="317160" progId="Equation.3">
                  <p:embed/>
                </p:oleObj>
              </mc:Choice>
              <mc:Fallback>
                <p:oleObj name="Equation" r:id="rId5" imgW="787320" imgH="317160" progId="Equation.3">
                  <p:embed/>
                  <p:pic>
                    <p:nvPicPr>
                      <p:cNvPr id="30" name="Object 1066">
                        <a:extLst>
                          <a:ext uri="{FF2B5EF4-FFF2-40B4-BE49-F238E27FC236}">
                            <a16:creationId xmlns:a16="http://schemas.microsoft.com/office/drawing/2014/main" id="{565B3C47-72D7-F2BA-BA9F-22817B843B5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97264" y="4285615"/>
                        <a:ext cx="2739783" cy="110291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4ECC6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rgbClr val="CC0066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107763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Object 1067">
            <a:extLst>
              <a:ext uri="{FF2B5EF4-FFF2-40B4-BE49-F238E27FC236}">
                <a16:creationId xmlns:a16="http://schemas.microsoft.com/office/drawing/2014/main" id="{DF72A572-688D-EE85-B7DE-266E8E67A2F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20506" y="5705401"/>
          <a:ext cx="3538083" cy="6179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015920" imgH="177480" progId="Equation.3">
                  <p:embed/>
                </p:oleObj>
              </mc:Choice>
              <mc:Fallback>
                <p:oleObj name="Equation" r:id="rId7" imgW="1015920" imgH="177480" progId="Equation.3">
                  <p:embed/>
                  <p:pic>
                    <p:nvPicPr>
                      <p:cNvPr id="31" name="Object 1067">
                        <a:extLst>
                          <a:ext uri="{FF2B5EF4-FFF2-40B4-BE49-F238E27FC236}">
                            <a16:creationId xmlns:a16="http://schemas.microsoft.com/office/drawing/2014/main" id="{DF72A572-688D-EE85-B7DE-266E8E67A2F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20506" y="5705401"/>
                        <a:ext cx="3538083" cy="61798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4ECC6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rgbClr val="CC0066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107763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172484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 autoUpdateAnimBg="0"/>
      <p:bldP spid="27" grpId="0" animBg="1" autoUpdateAnimBg="0"/>
      <p:bldP spid="28" grpId="0" animBg="1" autoUpdateAnimBg="0"/>
      <p:bldP spid="29" grpId="0" animBg="1" autoUpdateAnimBg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>
            <a:extLst>
              <a:ext uri="{FF2B5EF4-FFF2-40B4-BE49-F238E27FC236}">
                <a16:creationId xmlns:a16="http://schemas.microsoft.com/office/drawing/2014/main" id="{7529C2CA-AE84-99B4-F76B-CA930C6151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665470" y="624582"/>
            <a:ext cx="6818233" cy="640693"/>
          </a:xfrm>
        </p:spPr>
        <p:txBody>
          <a:bodyPr>
            <a:noAutofit/>
          </a:bodyPr>
          <a:lstStyle/>
          <a:p>
            <a:r>
              <a:rPr lang="en-US" altLang="en-US" sz="4400" dirty="0"/>
              <a:t>Example</a:t>
            </a:r>
          </a:p>
        </p:txBody>
      </p:sp>
      <p:grpSp>
        <p:nvGrpSpPr>
          <p:cNvPr id="22" name="Group 1054">
            <a:extLst>
              <a:ext uri="{FF2B5EF4-FFF2-40B4-BE49-F238E27FC236}">
                <a16:creationId xmlns:a16="http://schemas.microsoft.com/office/drawing/2014/main" id="{8F14AE96-02D9-BE79-AE13-AF6BEAEFD892}"/>
              </a:ext>
            </a:extLst>
          </p:cNvPr>
          <p:cNvGrpSpPr>
            <a:grpSpLocks/>
          </p:cNvGrpSpPr>
          <p:nvPr/>
        </p:nvGrpSpPr>
        <p:grpSpPr bwMode="auto">
          <a:xfrm>
            <a:off x="7865269" y="84032"/>
            <a:ext cx="2352887" cy="1680633"/>
            <a:chOff x="4320" y="48"/>
            <a:chExt cx="1344" cy="960"/>
          </a:xfrm>
        </p:grpSpPr>
        <p:sp>
          <p:nvSpPr>
            <p:cNvPr id="23" name="Rectangle 1053">
              <a:extLst>
                <a:ext uri="{FF2B5EF4-FFF2-40B4-BE49-F238E27FC236}">
                  <a16:creationId xmlns:a16="http://schemas.microsoft.com/office/drawing/2014/main" id="{F3C01C1D-D865-557E-BCFF-CF22352980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0" y="48"/>
              <a:ext cx="1344" cy="960"/>
            </a:xfrm>
            <a:prstGeom prst="rect">
              <a:avLst/>
            </a:prstGeom>
            <a:solidFill>
              <a:srgbClr val="F0D27E"/>
            </a:solidFill>
            <a:ln w="28575">
              <a:solidFill>
                <a:srgbClr val="CC0066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endParaRPr lang="en-ID" sz="2316"/>
            </a:p>
          </p:txBody>
        </p:sp>
        <p:pic>
          <p:nvPicPr>
            <p:cNvPr id="24" name="Picture 1052">
              <a:extLst>
                <a:ext uri="{FF2B5EF4-FFF2-40B4-BE49-F238E27FC236}">
                  <a16:creationId xmlns:a16="http://schemas.microsoft.com/office/drawing/2014/main" id="{4549AF70-CF9A-216E-1E52-39FFF31A321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16" y="144"/>
              <a:ext cx="1152" cy="80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" name="Rectangle 2">
            <a:extLst>
              <a:ext uri="{FF2B5EF4-FFF2-40B4-BE49-F238E27FC236}">
                <a16:creationId xmlns:a16="http://schemas.microsoft.com/office/drawing/2014/main" id="{7EE2005D-6947-4F49-AA12-0515CA62E2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8704" y="3109172"/>
            <a:ext cx="8655262" cy="3361267"/>
          </a:xfrm>
          <a:prstGeom prst="rect">
            <a:avLst/>
          </a:prstGeom>
          <a:solidFill>
            <a:srgbClr val="F4ECC6"/>
          </a:solidFill>
          <a:ln w="28575">
            <a:solidFill>
              <a:srgbClr val="CC0066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/>
            <a:endParaRPr lang="ko-KR" altLang="en-US" sz="2316">
              <a:solidFill>
                <a:srgbClr val="CC0066"/>
              </a:solidFill>
              <a:ea typeface="굴림" panose="020B0600000101010101" pitchFamily="34" charset="-127"/>
            </a:endParaRPr>
          </a:p>
        </p:txBody>
      </p:sp>
      <p:sp>
        <p:nvSpPr>
          <p:cNvPr id="3" name="Text Box 5">
            <a:extLst>
              <a:ext uri="{FF2B5EF4-FFF2-40B4-BE49-F238E27FC236}">
                <a16:creationId xmlns:a16="http://schemas.microsoft.com/office/drawing/2014/main" id="{3E63C72E-7B03-F197-06C0-A9B5F92D07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8704" y="1848697"/>
            <a:ext cx="8739293" cy="11785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3529">
                <a:solidFill>
                  <a:srgbClr val="339933"/>
                </a:solidFill>
                <a:ea typeface="굴림" panose="020B0600000101010101" pitchFamily="34" charset="-127"/>
              </a:rPr>
              <a:t>What is the probability that more than 3 shots hit the target?</a:t>
            </a:r>
            <a:endParaRPr lang="en-US" altLang="ko-KR" sz="3529">
              <a:solidFill>
                <a:srgbClr val="333333"/>
              </a:solidFill>
              <a:effectLst>
                <a:outerShdw blurRad="38100" dist="38100" dir="2700000" algn="tl">
                  <a:srgbClr val="C0C0C0"/>
                </a:outerShdw>
              </a:effectLst>
              <a:ea typeface="굴림" panose="020B0600000101010101" pitchFamily="34" charset="-127"/>
            </a:endParaRPr>
          </a:p>
        </p:txBody>
      </p:sp>
      <p:graphicFrame>
        <p:nvGraphicFramePr>
          <p:cNvPr id="4" name="Object 9">
            <a:extLst>
              <a:ext uri="{FF2B5EF4-FFF2-40B4-BE49-F238E27FC236}">
                <a16:creationId xmlns:a16="http://schemas.microsoft.com/office/drawing/2014/main" id="{CC2B6189-7F5C-2578-8A25-81810F9D22B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62894" y="3445299"/>
          <a:ext cx="5082166" cy="6617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460160" imgH="190440" progId="Equation.3">
                  <p:embed/>
                </p:oleObj>
              </mc:Choice>
              <mc:Fallback>
                <p:oleObj name="Equation" r:id="rId3" imgW="1460160" imgH="190440" progId="Equation.3">
                  <p:embed/>
                  <p:pic>
                    <p:nvPicPr>
                      <p:cNvPr id="4" name="Object 9">
                        <a:extLst>
                          <a:ext uri="{FF2B5EF4-FFF2-40B4-BE49-F238E27FC236}">
                            <a16:creationId xmlns:a16="http://schemas.microsoft.com/office/drawing/2014/main" id="{CC2B6189-7F5C-2578-8A25-81810F9D22B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62894" y="3445299"/>
                        <a:ext cx="5082166" cy="66174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4ECC6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rgbClr val="CC0066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107763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18">
            <a:extLst>
              <a:ext uri="{FF2B5EF4-FFF2-40B4-BE49-F238E27FC236}">
                <a16:creationId xmlns:a16="http://schemas.microsoft.com/office/drawing/2014/main" id="{C143395B-E32C-A250-667B-F3D808FA216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55306" y="4285615"/>
          <a:ext cx="5546090" cy="11029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409400" imgH="317160" progId="Equation.3">
                  <p:embed/>
                </p:oleObj>
              </mc:Choice>
              <mc:Fallback>
                <p:oleObj name="Equation" r:id="rId5" imgW="1409400" imgH="317160" progId="Equation.3">
                  <p:embed/>
                  <p:pic>
                    <p:nvPicPr>
                      <p:cNvPr id="5" name="Object 18">
                        <a:extLst>
                          <a:ext uri="{FF2B5EF4-FFF2-40B4-BE49-F238E27FC236}">
                            <a16:creationId xmlns:a16="http://schemas.microsoft.com/office/drawing/2014/main" id="{C143395B-E32C-A250-667B-F3D808FA216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55306" y="4285615"/>
                        <a:ext cx="5546090" cy="110291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4ECC6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rgbClr val="CC0066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107763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19">
            <a:extLst>
              <a:ext uri="{FF2B5EF4-FFF2-40B4-BE49-F238E27FC236}">
                <a16:creationId xmlns:a16="http://schemas.microsoft.com/office/drawing/2014/main" id="{9F4D8558-5D08-BBD7-8B3E-B0A3B06C54E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45865" y="5705401"/>
          <a:ext cx="4289116" cy="6179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231560" imgH="177480" progId="Equation.3">
                  <p:embed/>
                </p:oleObj>
              </mc:Choice>
              <mc:Fallback>
                <p:oleObj name="Equation" r:id="rId7" imgW="1231560" imgH="177480" progId="Equation.3">
                  <p:embed/>
                  <p:pic>
                    <p:nvPicPr>
                      <p:cNvPr id="6" name="Object 19">
                        <a:extLst>
                          <a:ext uri="{FF2B5EF4-FFF2-40B4-BE49-F238E27FC236}">
                            <a16:creationId xmlns:a16="http://schemas.microsoft.com/office/drawing/2014/main" id="{9F4D8558-5D08-BBD7-8B3E-B0A3B06C54E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45865" y="5705401"/>
                        <a:ext cx="4289116" cy="61798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4ECC6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rgbClr val="CC0066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107763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659543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>
            <a:extLst>
              <a:ext uri="{FF2B5EF4-FFF2-40B4-BE49-F238E27FC236}">
                <a16:creationId xmlns:a16="http://schemas.microsoft.com/office/drawing/2014/main" id="{7529C2CA-AE84-99B4-F76B-CA930C6151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567987" y="515489"/>
            <a:ext cx="4935827" cy="1199605"/>
          </a:xfrm>
        </p:spPr>
        <p:txBody>
          <a:bodyPr>
            <a:noAutofit/>
          </a:bodyPr>
          <a:lstStyle/>
          <a:p>
            <a:r>
              <a:rPr lang="en-US" altLang="en-US" sz="4000" dirty="0"/>
              <a:t>Cumulative Probability Tables</a:t>
            </a:r>
          </a:p>
        </p:txBody>
      </p:sp>
      <p:grpSp>
        <p:nvGrpSpPr>
          <p:cNvPr id="22" name="Group 1054">
            <a:extLst>
              <a:ext uri="{FF2B5EF4-FFF2-40B4-BE49-F238E27FC236}">
                <a16:creationId xmlns:a16="http://schemas.microsoft.com/office/drawing/2014/main" id="{8F14AE96-02D9-BE79-AE13-AF6BEAEFD892}"/>
              </a:ext>
            </a:extLst>
          </p:cNvPr>
          <p:cNvGrpSpPr>
            <a:grpSpLocks/>
          </p:cNvGrpSpPr>
          <p:nvPr/>
        </p:nvGrpSpPr>
        <p:grpSpPr bwMode="auto">
          <a:xfrm>
            <a:off x="8335751" y="0"/>
            <a:ext cx="2352887" cy="1680633"/>
            <a:chOff x="4320" y="48"/>
            <a:chExt cx="1344" cy="960"/>
          </a:xfrm>
        </p:grpSpPr>
        <p:sp>
          <p:nvSpPr>
            <p:cNvPr id="23" name="Rectangle 1053">
              <a:extLst>
                <a:ext uri="{FF2B5EF4-FFF2-40B4-BE49-F238E27FC236}">
                  <a16:creationId xmlns:a16="http://schemas.microsoft.com/office/drawing/2014/main" id="{F3C01C1D-D865-557E-BCFF-CF22352980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0" y="48"/>
              <a:ext cx="1344" cy="960"/>
            </a:xfrm>
            <a:prstGeom prst="rect">
              <a:avLst/>
            </a:prstGeom>
            <a:solidFill>
              <a:srgbClr val="F0D27E"/>
            </a:solidFill>
            <a:ln w="28575">
              <a:solidFill>
                <a:srgbClr val="CC0066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endParaRPr lang="en-ID" sz="2316"/>
            </a:p>
          </p:txBody>
        </p:sp>
        <p:pic>
          <p:nvPicPr>
            <p:cNvPr id="24" name="Picture 1052">
              <a:extLst>
                <a:ext uri="{FF2B5EF4-FFF2-40B4-BE49-F238E27FC236}">
                  <a16:creationId xmlns:a16="http://schemas.microsoft.com/office/drawing/2014/main" id="{4549AF70-CF9A-216E-1E52-39FFF31A321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16" y="144"/>
              <a:ext cx="1152" cy="80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8" name="Text Box 1029">
            <a:extLst>
              <a:ext uri="{FF2B5EF4-FFF2-40B4-BE49-F238E27FC236}">
                <a16:creationId xmlns:a16="http://schemas.microsoft.com/office/drawing/2014/main" id="{BEA80D87-016B-1448-D443-EEB2584DC2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10799" y="1932729"/>
            <a:ext cx="8739293" cy="172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3529">
                <a:solidFill>
                  <a:srgbClr val="339933"/>
                </a:solidFill>
                <a:ea typeface="굴림" panose="020B0600000101010101" pitchFamily="34" charset="-127"/>
              </a:rPr>
              <a:t>You can use the </a:t>
            </a:r>
            <a:r>
              <a:rPr lang="en-US" altLang="ko-KR" sz="3529"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anose="020B0600000101010101" pitchFamily="34" charset="-127"/>
              </a:rPr>
              <a:t>cumulative probability tables</a:t>
            </a:r>
            <a:r>
              <a:rPr lang="en-US" altLang="ko-KR" sz="3529">
                <a:solidFill>
                  <a:srgbClr val="339933"/>
                </a:solidFill>
                <a:ea typeface="굴림" panose="020B0600000101010101" pitchFamily="34" charset="-127"/>
              </a:rPr>
              <a:t> to find probabilities for selected binomial distributions.</a:t>
            </a:r>
          </a:p>
        </p:txBody>
      </p:sp>
      <p:sp>
        <p:nvSpPr>
          <p:cNvPr id="9" name="Text Box 1036">
            <a:extLst>
              <a:ext uri="{FF2B5EF4-FFF2-40B4-BE49-F238E27FC236}">
                <a16:creationId xmlns:a16="http://schemas.microsoft.com/office/drawing/2014/main" id="{D2C4279E-48A1-AE18-C73F-D3982A6A13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94831" y="3816439"/>
            <a:ext cx="8655262" cy="2807820"/>
          </a:xfrm>
          <a:prstGeom prst="rect">
            <a:avLst/>
          </a:prstGeom>
          <a:solidFill>
            <a:srgbClr val="F4ECC6"/>
          </a:solidFill>
          <a:ln w="28575">
            <a:solidFill>
              <a:srgbClr val="CC0066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 typeface="Wingdings" panose="05000000000000000000" pitchFamily="2" charset="2"/>
              <a:buChar char="ü"/>
            </a:pPr>
            <a:r>
              <a:rPr lang="en-US" altLang="ko-KR" sz="3529">
                <a:ea typeface="굴림" panose="020B0600000101010101" pitchFamily="34" charset="-127"/>
              </a:rPr>
              <a:t>Find the table for the correct value of </a:t>
            </a:r>
            <a:r>
              <a:rPr lang="en-US" altLang="ko-KR" sz="3529" i="1">
                <a:ea typeface="굴림" panose="020B0600000101010101" pitchFamily="34" charset="-127"/>
              </a:rPr>
              <a:t>n.</a:t>
            </a:r>
          </a:p>
          <a:p>
            <a:pPr>
              <a:spcBef>
                <a:spcPct val="50000"/>
              </a:spcBef>
              <a:buFont typeface="Wingdings" panose="05000000000000000000" pitchFamily="2" charset="2"/>
              <a:buChar char="ü"/>
            </a:pPr>
            <a:r>
              <a:rPr lang="en-US" altLang="ko-KR" sz="3529">
                <a:ea typeface="굴림" panose="020B0600000101010101" pitchFamily="34" charset="-127"/>
              </a:rPr>
              <a:t>Find the column for the correct value of </a:t>
            </a:r>
            <a:r>
              <a:rPr lang="en-US" altLang="ko-KR" sz="3529" i="1">
                <a:ea typeface="굴림" panose="020B0600000101010101" pitchFamily="34" charset="-127"/>
              </a:rPr>
              <a:t>p</a:t>
            </a:r>
            <a:r>
              <a:rPr lang="en-US" altLang="ko-KR" sz="3529">
                <a:ea typeface="굴림" panose="020B0600000101010101" pitchFamily="34" charset="-127"/>
              </a:rPr>
              <a:t>.</a:t>
            </a:r>
          </a:p>
          <a:p>
            <a:pPr>
              <a:spcBef>
                <a:spcPct val="50000"/>
              </a:spcBef>
              <a:buFont typeface="Wingdings" panose="05000000000000000000" pitchFamily="2" charset="2"/>
              <a:buChar char="ü"/>
            </a:pPr>
            <a:r>
              <a:rPr lang="en-US" altLang="ko-KR" sz="3529">
                <a:ea typeface="굴림" panose="020B0600000101010101" pitchFamily="34" charset="-127"/>
              </a:rPr>
              <a:t>The row marked “</a:t>
            </a:r>
            <a:r>
              <a:rPr lang="en-US" altLang="ko-KR" sz="3529" i="1">
                <a:ea typeface="굴림" panose="020B0600000101010101" pitchFamily="34" charset="-127"/>
              </a:rPr>
              <a:t>k</a:t>
            </a:r>
            <a:r>
              <a:rPr lang="en-US" altLang="ko-KR" sz="3529">
                <a:ea typeface="굴림" panose="020B0600000101010101" pitchFamily="34" charset="-127"/>
              </a:rPr>
              <a:t>” gives the cumulative probability, P(</a:t>
            </a:r>
            <a:r>
              <a:rPr lang="en-US" altLang="ko-KR" sz="3529" i="1">
                <a:ea typeface="굴림" panose="020B0600000101010101" pitchFamily="34" charset="-127"/>
              </a:rPr>
              <a:t>x </a:t>
            </a:r>
            <a:r>
              <a:rPr lang="en-US" altLang="ko-KR" sz="3529">
                <a:ea typeface="굴림" panose="020B0600000101010101" pitchFamily="34" charset="-127"/>
                <a:sym typeface="Symbol" panose="05050102010706020507" pitchFamily="18" charset="2"/>
              </a:rPr>
              <a:t> </a:t>
            </a:r>
            <a:r>
              <a:rPr lang="en-US" altLang="ko-KR" sz="3529" i="1">
                <a:ea typeface="굴림" panose="020B0600000101010101" pitchFamily="34" charset="-127"/>
                <a:sym typeface="Symbol" panose="05050102010706020507" pitchFamily="18" charset="2"/>
              </a:rPr>
              <a:t>k</a:t>
            </a:r>
            <a:r>
              <a:rPr lang="en-US" altLang="ko-KR" sz="3529">
                <a:ea typeface="굴림" panose="020B0600000101010101" pitchFamily="34" charset="-127"/>
                <a:sym typeface="Symbol" panose="05050102010706020507" pitchFamily="18" charset="2"/>
              </a:rPr>
              <a:t>) = P(</a:t>
            </a:r>
            <a:r>
              <a:rPr lang="en-US" altLang="ko-KR" sz="3529" i="1">
                <a:ea typeface="굴림" panose="020B0600000101010101" pitchFamily="34" charset="-127"/>
              </a:rPr>
              <a:t>x </a:t>
            </a:r>
            <a:r>
              <a:rPr lang="en-US" altLang="ko-KR" sz="3529">
                <a:ea typeface="굴림" panose="020B0600000101010101" pitchFamily="34" charset="-127"/>
                <a:sym typeface="Symbol" panose="05050102010706020507" pitchFamily="18" charset="2"/>
              </a:rPr>
              <a:t>= 0) +…+ P(</a:t>
            </a:r>
            <a:r>
              <a:rPr lang="en-US" altLang="ko-KR" sz="3529" i="1">
                <a:ea typeface="굴림" panose="020B0600000101010101" pitchFamily="34" charset="-127"/>
                <a:sym typeface="Symbol" panose="05050102010706020507" pitchFamily="18" charset="2"/>
              </a:rPr>
              <a:t>x</a:t>
            </a:r>
            <a:r>
              <a:rPr lang="en-US" altLang="ko-KR" sz="3529">
                <a:ea typeface="굴림" panose="020B0600000101010101" pitchFamily="34" charset="-127"/>
                <a:sym typeface="Symbol" panose="05050102010706020507" pitchFamily="18" charset="2"/>
              </a:rPr>
              <a:t> = </a:t>
            </a:r>
            <a:r>
              <a:rPr lang="en-US" altLang="ko-KR" sz="3529" i="1">
                <a:ea typeface="굴림" panose="020B0600000101010101" pitchFamily="34" charset="-127"/>
                <a:sym typeface="Symbol" panose="05050102010706020507" pitchFamily="18" charset="2"/>
              </a:rPr>
              <a:t>k</a:t>
            </a:r>
            <a:r>
              <a:rPr lang="en-US" altLang="ko-KR" sz="3529">
                <a:ea typeface="굴림" panose="020B0600000101010101" pitchFamily="34" charset="-127"/>
                <a:sym typeface="Symbol" panose="05050102010706020507" pitchFamily="18" charset="2"/>
              </a:rPr>
              <a:t>)</a:t>
            </a:r>
            <a:endParaRPr lang="en-US" altLang="ko-KR" sz="3529" i="1">
              <a:ea typeface="굴림" panose="020B0600000101010101" pitchFamily="34" charset="-127"/>
              <a:sym typeface="Symbol" panose="05050102010706020507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919131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 animBg="1" autoUpdateAnimBg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>
            <a:extLst>
              <a:ext uri="{FF2B5EF4-FFF2-40B4-BE49-F238E27FC236}">
                <a16:creationId xmlns:a16="http://schemas.microsoft.com/office/drawing/2014/main" id="{7529C2CA-AE84-99B4-F76B-CA930C6151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567987" y="840316"/>
            <a:ext cx="4935827" cy="874778"/>
          </a:xfrm>
        </p:spPr>
        <p:txBody>
          <a:bodyPr>
            <a:noAutofit/>
          </a:bodyPr>
          <a:lstStyle/>
          <a:p>
            <a:r>
              <a:rPr lang="en-US" altLang="en-US" sz="4400" dirty="0"/>
              <a:t>Example</a:t>
            </a:r>
          </a:p>
        </p:txBody>
      </p:sp>
      <p:grpSp>
        <p:nvGrpSpPr>
          <p:cNvPr id="22" name="Group 1054">
            <a:extLst>
              <a:ext uri="{FF2B5EF4-FFF2-40B4-BE49-F238E27FC236}">
                <a16:creationId xmlns:a16="http://schemas.microsoft.com/office/drawing/2014/main" id="{8F14AE96-02D9-BE79-AE13-AF6BEAEFD892}"/>
              </a:ext>
            </a:extLst>
          </p:cNvPr>
          <p:cNvGrpSpPr>
            <a:grpSpLocks/>
          </p:cNvGrpSpPr>
          <p:nvPr/>
        </p:nvGrpSpPr>
        <p:grpSpPr bwMode="auto">
          <a:xfrm>
            <a:off x="8335751" y="0"/>
            <a:ext cx="2352887" cy="1680633"/>
            <a:chOff x="4320" y="48"/>
            <a:chExt cx="1344" cy="960"/>
          </a:xfrm>
        </p:grpSpPr>
        <p:sp>
          <p:nvSpPr>
            <p:cNvPr id="23" name="Rectangle 1053">
              <a:extLst>
                <a:ext uri="{FF2B5EF4-FFF2-40B4-BE49-F238E27FC236}">
                  <a16:creationId xmlns:a16="http://schemas.microsoft.com/office/drawing/2014/main" id="{F3C01C1D-D865-557E-BCFF-CF22352980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0" y="48"/>
              <a:ext cx="1344" cy="960"/>
            </a:xfrm>
            <a:prstGeom prst="rect">
              <a:avLst/>
            </a:prstGeom>
            <a:solidFill>
              <a:srgbClr val="F0D27E"/>
            </a:solidFill>
            <a:ln w="28575">
              <a:solidFill>
                <a:srgbClr val="CC0066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endParaRPr lang="en-ID" sz="2316"/>
            </a:p>
          </p:txBody>
        </p:sp>
        <p:pic>
          <p:nvPicPr>
            <p:cNvPr id="24" name="Picture 1052">
              <a:extLst>
                <a:ext uri="{FF2B5EF4-FFF2-40B4-BE49-F238E27FC236}">
                  <a16:creationId xmlns:a16="http://schemas.microsoft.com/office/drawing/2014/main" id="{4549AF70-CF9A-216E-1E52-39FFF31A321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16" y="144"/>
              <a:ext cx="1152" cy="80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" name="Group 17">
            <a:extLst>
              <a:ext uri="{FF2B5EF4-FFF2-40B4-BE49-F238E27FC236}">
                <a16:creationId xmlns:a16="http://schemas.microsoft.com/office/drawing/2014/main" id="{FD4A5B58-E10E-3C0D-283A-F2AFBAA4D0EA}"/>
              </a:ext>
            </a:extLst>
          </p:cNvPr>
          <p:cNvGrpSpPr>
            <a:grpSpLocks/>
          </p:cNvGrpSpPr>
          <p:nvPr/>
        </p:nvGrpSpPr>
        <p:grpSpPr bwMode="auto">
          <a:xfrm>
            <a:off x="1058704" y="3613362"/>
            <a:ext cx="9075420" cy="3109172"/>
            <a:chOff x="432" y="1152"/>
            <a:chExt cx="5184" cy="1776"/>
          </a:xfrm>
        </p:grpSpPr>
        <p:grpSp>
          <p:nvGrpSpPr>
            <p:cNvPr id="3" name="Group 14">
              <a:extLst>
                <a:ext uri="{FF2B5EF4-FFF2-40B4-BE49-F238E27FC236}">
                  <a16:creationId xmlns:a16="http://schemas.microsoft.com/office/drawing/2014/main" id="{548EF294-CA9A-E16D-B521-05DC4B2A7DD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2" y="1152"/>
              <a:ext cx="5184" cy="1776"/>
              <a:chOff x="432" y="1152"/>
              <a:chExt cx="5184" cy="1776"/>
            </a:xfrm>
          </p:grpSpPr>
          <p:sp>
            <p:nvSpPr>
              <p:cNvPr id="5" name="Rectangle 13">
                <a:extLst>
                  <a:ext uri="{FF2B5EF4-FFF2-40B4-BE49-F238E27FC236}">
                    <a16:creationId xmlns:a16="http://schemas.microsoft.com/office/drawing/2014/main" id="{85F6F433-7375-AAA9-00D8-D21FCFC4AE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2" y="1152"/>
                <a:ext cx="5184" cy="1776"/>
              </a:xfrm>
              <a:prstGeom prst="rect">
                <a:avLst/>
              </a:prstGeom>
              <a:solidFill>
                <a:srgbClr val="F0D27E"/>
              </a:solidFill>
              <a:ln w="28575">
                <a:solidFill>
                  <a:srgbClr val="CC0066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/>
              <a:p>
                <a:endParaRPr lang="en-ID" sz="2316"/>
              </a:p>
            </p:txBody>
          </p:sp>
          <p:pic>
            <p:nvPicPr>
              <p:cNvPr id="6" name="Picture 12">
                <a:extLst>
                  <a:ext uri="{FF2B5EF4-FFF2-40B4-BE49-F238E27FC236}">
                    <a16:creationId xmlns:a16="http://schemas.microsoft.com/office/drawing/2014/main" id="{06431D82-4532-092F-0422-667B17BB130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28" y="1240"/>
                <a:ext cx="5040" cy="164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4" name="Freeform 16">
              <a:extLst>
                <a:ext uri="{FF2B5EF4-FFF2-40B4-BE49-F238E27FC236}">
                  <a16:creationId xmlns:a16="http://schemas.microsoft.com/office/drawing/2014/main" id="{30E74602-5C0B-24AB-4689-A740F47AE89A}"/>
                </a:ext>
              </a:extLst>
            </p:cNvPr>
            <p:cNvSpPr>
              <a:spLocks/>
            </p:cNvSpPr>
            <p:nvPr/>
          </p:nvSpPr>
          <p:spPr bwMode="auto">
            <a:xfrm>
              <a:off x="3799" y="1458"/>
              <a:ext cx="565" cy="1410"/>
            </a:xfrm>
            <a:custGeom>
              <a:avLst/>
              <a:gdLst>
                <a:gd name="T0" fmla="*/ 478 w 565"/>
                <a:gd name="T1" fmla="*/ 196 h 1410"/>
                <a:gd name="T2" fmla="*/ 343 w 565"/>
                <a:gd name="T3" fmla="*/ 25 h 1410"/>
                <a:gd name="T4" fmla="*/ 270 w 565"/>
                <a:gd name="T5" fmla="*/ 0 h 1410"/>
                <a:gd name="T6" fmla="*/ 184 w 565"/>
                <a:gd name="T7" fmla="*/ 37 h 1410"/>
                <a:gd name="T8" fmla="*/ 135 w 565"/>
                <a:gd name="T9" fmla="*/ 111 h 1410"/>
                <a:gd name="T10" fmla="*/ 98 w 565"/>
                <a:gd name="T11" fmla="*/ 295 h 1410"/>
                <a:gd name="T12" fmla="*/ 86 w 565"/>
                <a:gd name="T13" fmla="*/ 527 h 1410"/>
                <a:gd name="T14" fmla="*/ 49 w 565"/>
                <a:gd name="T15" fmla="*/ 674 h 1410"/>
                <a:gd name="T16" fmla="*/ 12 w 565"/>
                <a:gd name="T17" fmla="*/ 1042 h 1410"/>
                <a:gd name="T18" fmla="*/ 61 w 565"/>
                <a:gd name="T19" fmla="*/ 1312 h 1410"/>
                <a:gd name="T20" fmla="*/ 208 w 565"/>
                <a:gd name="T21" fmla="*/ 1397 h 1410"/>
                <a:gd name="T22" fmla="*/ 245 w 565"/>
                <a:gd name="T23" fmla="*/ 1410 h 1410"/>
                <a:gd name="T24" fmla="*/ 331 w 565"/>
                <a:gd name="T25" fmla="*/ 1397 h 1410"/>
                <a:gd name="T26" fmla="*/ 405 w 565"/>
                <a:gd name="T27" fmla="*/ 1299 h 1410"/>
                <a:gd name="T28" fmla="*/ 441 w 565"/>
                <a:gd name="T29" fmla="*/ 1263 h 1410"/>
                <a:gd name="T30" fmla="*/ 466 w 565"/>
                <a:gd name="T31" fmla="*/ 748 h 1410"/>
                <a:gd name="T32" fmla="*/ 527 w 565"/>
                <a:gd name="T33" fmla="*/ 503 h 1410"/>
                <a:gd name="T34" fmla="*/ 466 w 565"/>
                <a:gd name="T35" fmla="*/ 184 h 1410"/>
                <a:gd name="T36" fmla="*/ 429 w 565"/>
                <a:gd name="T37" fmla="*/ 135 h 14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65" h="1410">
                  <a:moveTo>
                    <a:pt x="478" y="196"/>
                  </a:moveTo>
                  <a:cubicBezTo>
                    <a:pt x="453" y="92"/>
                    <a:pt x="425" y="79"/>
                    <a:pt x="343" y="25"/>
                  </a:cubicBezTo>
                  <a:cubicBezTo>
                    <a:pt x="322" y="11"/>
                    <a:pt x="270" y="0"/>
                    <a:pt x="270" y="0"/>
                  </a:cubicBezTo>
                  <a:cubicBezTo>
                    <a:pt x="240" y="8"/>
                    <a:pt x="206" y="11"/>
                    <a:pt x="184" y="37"/>
                  </a:cubicBezTo>
                  <a:cubicBezTo>
                    <a:pt x="164" y="59"/>
                    <a:pt x="135" y="111"/>
                    <a:pt x="135" y="111"/>
                  </a:cubicBezTo>
                  <a:cubicBezTo>
                    <a:pt x="119" y="177"/>
                    <a:pt x="107" y="224"/>
                    <a:pt x="98" y="295"/>
                  </a:cubicBezTo>
                  <a:cubicBezTo>
                    <a:pt x="94" y="372"/>
                    <a:pt x="93" y="450"/>
                    <a:pt x="86" y="527"/>
                  </a:cubicBezTo>
                  <a:cubicBezTo>
                    <a:pt x="82" y="577"/>
                    <a:pt x="56" y="624"/>
                    <a:pt x="49" y="674"/>
                  </a:cubicBezTo>
                  <a:cubicBezTo>
                    <a:pt x="32" y="796"/>
                    <a:pt x="26" y="920"/>
                    <a:pt x="12" y="1042"/>
                  </a:cubicBezTo>
                  <a:cubicBezTo>
                    <a:pt x="18" y="1126"/>
                    <a:pt x="0" y="1239"/>
                    <a:pt x="61" y="1312"/>
                  </a:cubicBezTo>
                  <a:cubicBezTo>
                    <a:pt x="104" y="1363"/>
                    <a:pt x="145" y="1376"/>
                    <a:pt x="208" y="1397"/>
                  </a:cubicBezTo>
                  <a:cubicBezTo>
                    <a:pt x="220" y="1401"/>
                    <a:pt x="245" y="1410"/>
                    <a:pt x="245" y="1410"/>
                  </a:cubicBezTo>
                  <a:cubicBezTo>
                    <a:pt x="274" y="1406"/>
                    <a:pt x="303" y="1405"/>
                    <a:pt x="331" y="1397"/>
                  </a:cubicBezTo>
                  <a:cubicBezTo>
                    <a:pt x="384" y="1381"/>
                    <a:pt x="380" y="1336"/>
                    <a:pt x="405" y="1299"/>
                  </a:cubicBezTo>
                  <a:cubicBezTo>
                    <a:pt x="414" y="1285"/>
                    <a:pt x="429" y="1275"/>
                    <a:pt x="441" y="1263"/>
                  </a:cubicBezTo>
                  <a:cubicBezTo>
                    <a:pt x="508" y="1073"/>
                    <a:pt x="442" y="1272"/>
                    <a:pt x="466" y="748"/>
                  </a:cubicBezTo>
                  <a:cubicBezTo>
                    <a:pt x="470" y="668"/>
                    <a:pt x="502" y="579"/>
                    <a:pt x="527" y="503"/>
                  </a:cubicBezTo>
                  <a:cubicBezTo>
                    <a:pt x="542" y="398"/>
                    <a:pt x="565" y="251"/>
                    <a:pt x="466" y="184"/>
                  </a:cubicBezTo>
                  <a:cubicBezTo>
                    <a:pt x="451" y="138"/>
                    <a:pt x="466" y="153"/>
                    <a:pt x="429" y="135"/>
                  </a:cubicBezTo>
                </a:path>
              </a:pathLst>
            </a:custGeom>
            <a:noFill/>
            <a:ln w="38100" cmpd="sng">
              <a:solidFill>
                <a:srgbClr val="CC006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D" sz="2316"/>
            </a:p>
          </p:txBody>
        </p:sp>
      </p:grpSp>
      <p:graphicFrame>
        <p:nvGraphicFramePr>
          <p:cNvPr id="10" name="Group 108">
            <a:extLst>
              <a:ext uri="{FF2B5EF4-FFF2-40B4-BE49-F238E27FC236}">
                <a16:creationId xmlns:a16="http://schemas.microsoft.com/office/drawing/2014/main" id="{70E4CE19-2DA8-896F-CD12-DC498265D289}"/>
              </a:ext>
            </a:extLst>
          </p:cNvPr>
          <p:cNvGraphicFramePr>
            <a:graphicFrameLocks noGrp="1"/>
          </p:cNvGraphicFramePr>
          <p:nvPr/>
        </p:nvGraphicFramePr>
        <p:xfrm>
          <a:off x="1058704" y="1680633"/>
          <a:ext cx="1848697" cy="3529330"/>
        </p:xfrm>
        <a:graphic>
          <a:graphicData uri="http://schemas.openxmlformats.org/drawingml/2006/table">
            <a:tbl>
              <a:tblPr/>
              <a:tblGrid>
                <a:gridCol w="554960">
                  <a:extLst>
                    <a:ext uri="{9D8B030D-6E8A-4147-A177-3AD203B41FA5}">
                      <a16:colId xmlns:a16="http://schemas.microsoft.com/office/drawing/2014/main" val="2048559017"/>
                    </a:ext>
                  </a:extLst>
                </a:gridCol>
                <a:gridCol w="1293737">
                  <a:extLst>
                    <a:ext uri="{9D8B030D-6E8A-4147-A177-3AD203B41FA5}">
                      <a16:colId xmlns:a16="http://schemas.microsoft.com/office/drawing/2014/main" val="3214810295"/>
                    </a:ext>
                  </a:extLst>
                </a:gridCol>
              </a:tblGrid>
              <a:tr h="50419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2600" b="0" i="1" u="none" strike="noStrike" cap="none" normalizeH="0" baseline="0">
                          <a:ln>
                            <a:noFill/>
                          </a:ln>
                          <a:solidFill>
                            <a:srgbClr val="339933"/>
                          </a:solidFill>
                          <a:effectLst/>
                          <a:latin typeface="Times New Roman" panose="02020603050405020304" pitchFamily="18" charset="0"/>
                          <a:ea typeface="굴림" panose="020B0600000101010101" pitchFamily="34" charset="-127"/>
                        </a:rPr>
                        <a:t>k</a:t>
                      </a:r>
                    </a:p>
                  </a:txBody>
                  <a:tcPr marL="100838" marR="100838" marT="50419" marB="50419" horzOverflow="overflow">
                    <a:lnL w="38100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4ECC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2600" b="0" i="1" u="none" strike="noStrike" cap="none" normalizeH="0" baseline="0">
                          <a:ln>
                            <a:noFill/>
                          </a:ln>
                          <a:solidFill>
                            <a:srgbClr val="339933"/>
                          </a:solidFill>
                          <a:effectLst/>
                          <a:latin typeface="Times New Roman" panose="02020603050405020304" pitchFamily="18" charset="0"/>
                          <a:ea typeface="굴림" panose="020B0600000101010101" pitchFamily="34" charset="-127"/>
                        </a:rPr>
                        <a:t>p = </a:t>
                      </a:r>
                      <a:r>
                        <a:rPr kumimoji="0" lang="en-US" altLang="ko-KR" sz="2600" b="0" i="0" u="none" strike="noStrike" cap="none" normalizeH="0" baseline="0">
                          <a:ln>
                            <a:noFill/>
                          </a:ln>
                          <a:solidFill>
                            <a:srgbClr val="339933"/>
                          </a:solidFill>
                          <a:effectLst/>
                          <a:latin typeface="Times New Roman" panose="02020603050405020304" pitchFamily="18" charset="0"/>
                          <a:ea typeface="굴림" panose="020B0600000101010101" pitchFamily="34" charset="-127"/>
                        </a:rPr>
                        <a:t>.80</a:t>
                      </a:r>
                    </a:p>
                  </a:txBody>
                  <a:tcPr marL="100838" marR="100838" marT="50419" marB="50419" horzOverflow="overflow">
                    <a:lnL w="38100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4ECC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8018289"/>
                  </a:ext>
                </a:extLst>
              </a:tr>
              <a:tr h="50419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2600" b="0" i="0" u="none" strike="noStrike" cap="none" normalizeH="0" baseline="0">
                          <a:ln>
                            <a:noFill/>
                          </a:ln>
                          <a:solidFill>
                            <a:srgbClr val="339933"/>
                          </a:solidFill>
                          <a:effectLst/>
                          <a:latin typeface="Times New Roman" panose="02020603050405020304" pitchFamily="18" charset="0"/>
                          <a:ea typeface="굴림" panose="020B0600000101010101" pitchFamily="34" charset="-127"/>
                        </a:rPr>
                        <a:t>0</a:t>
                      </a:r>
                    </a:p>
                  </a:txBody>
                  <a:tcPr marL="100838" marR="100838" marT="50419" marB="50419" horzOverflow="overflow">
                    <a:lnL w="38100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2600" b="0" i="0" u="none" strike="noStrike" cap="none" normalizeH="0" baseline="0">
                          <a:ln>
                            <a:noFill/>
                          </a:ln>
                          <a:solidFill>
                            <a:srgbClr val="339933"/>
                          </a:solidFill>
                          <a:effectLst/>
                          <a:latin typeface="Times New Roman" panose="02020603050405020304" pitchFamily="18" charset="0"/>
                          <a:ea typeface="굴림" panose="020B0600000101010101" pitchFamily="34" charset="-127"/>
                        </a:rPr>
                        <a:t>.000</a:t>
                      </a:r>
                    </a:p>
                  </a:txBody>
                  <a:tcPr marL="100838" marR="100838" marT="50419" marB="50419" horzOverflow="overflow">
                    <a:lnL w="38100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1975734"/>
                  </a:ext>
                </a:extLst>
              </a:tr>
              <a:tr h="50419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2600" b="0" i="0" u="none" strike="noStrike" cap="none" normalizeH="0" baseline="0">
                          <a:ln>
                            <a:noFill/>
                          </a:ln>
                          <a:solidFill>
                            <a:srgbClr val="339933"/>
                          </a:solidFill>
                          <a:effectLst/>
                          <a:latin typeface="Times New Roman" panose="02020603050405020304" pitchFamily="18" charset="0"/>
                          <a:ea typeface="굴림" panose="020B0600000101010101" pitchFamily="34" charset="-127"/>
                        </a:rPr>
                        <a:t>1</a:t>
                      </a:r>
                    </a:p>
                  </a:txBody>
                  <a:tcPr marL="100838" marR="100838" marT="50419" marB="50419" horzOverflow="overflow">
                    <a:lnL w="38100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2600" b="0" i="0" u="none" strike="noStrike" cap="none" normalizeH="0" baseline="0">
                          <a:ln>
                            <a:noFill/>
                          </a:ln>
                          <a:solidFill>
                            <a:srgbClr val="339933"/>
                          </a:solidFill>
                          <a:effectLst/>
                          <a:latin typeface="Times New Roman" panose="02020603050405020304" pitchFamily="18" charset="0"/>
                          <a:ea typeface="굴림" panose="020B0600000101010101" pitchFamily="34" charset="-127"/>
                        </a:rPr>
                        <a:t>.007</a:t>
                      </a:r>
                    </a:p>
                  </a:txBody>
                  <a:tcPr marL="100838" marR="100838" marT="50419" marB="50419" horzOverflow="overflow">
                    <a:lnL w="38100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6149151"/>
                  </a:ext>
                </a:extLst>
              </a:tr>
              <a:tr h="50419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2600" b="0" i="0" u="none" strike="noStrike" cap="none" normalizeH="0" baseline="0">
                          <a:ln>
                            <a:noFill/>
                          </a:ln>
                          <a:solidFill>
                            <a:srgbClr val="339933"/>
                          </a:solidFill>
                          <a:effectLst/>
                          <a:latin typeface="Times New Roman" panose="02020603050405020304" pitchFamily="18" charset="0"/>
                          <a:ea typeface="굴림" panose="020B0600000101010101" pitchFamily="34" charset="-127"/>
                        </a:rPr>
                        <a:t>2</a:t>
                      </a:r>
                    </a:p>
                  </a:txBody>
                  <a:tcPr marL="100838" marR="100838" marT="50419" marB="50419" horzOverflow="overflow">
                    <a:lnL w="38100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2600" b="0" i="0" u="none" strike="noStrike" cap="none" normalizeH="0" baseline="0">
                          <a:ln>
                            <a:noFill/>
                          </a:ln>
                          <a:solidFill>
                            <a:srgbClr val="339933"/>
                          </a:solidFill>
                          <a:effectLst/>
                          <a:latin typeface="Times New Roman" panose="02020603050405020304" pitchFamily="18" charset="0"/>
                          <a:ea typeface="굴림" panose="020B0600000101010101" pitchFamily="34" charset="-127"/>
                        </a:rPr>
                        <a:t>.058</a:t>
                      </a:r>
                    </a:p>
                  </a:txBody>
                  <a:tcPr marL="100838" marR="100838" marT="50419" marB="50419" horzOverflow="overflow">
                    <a:lnL w="38100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9201795"/>
                  </a:ext>
                </a:extLst>
              </a:tr>
              <a:tr h="50419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2600" b="0" i="0" u="none" strike="noStrike" cap="none" normalizeH="0" baseline="0">
                          <a:ln>
                            <a:noFill/>
                          </a:ln>
                          <a:solidFill>
                            <a:srgbClr val="339933"/>
                          </a:solidFill>
                          <a:effectLst/>
                          <a:latin typeface="Times New Roman" panose="02020603050405020304" pitchFamily="18" charset="0"/>
                          <a:ea typeface="굴림" panose="020B0600000101010101" pitchFamily="34" charset="-127"/>
                        </a:rPr>
                        <a:t>3</a:t>
                      </a:r>
                    </a:p>
                  </a:txBody>
                  <a:tcPr marL="100838" marR="100838" marT="50419" marB="50419" horzOverflow="overflow">
                    <a:lnL w="38100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2600" b="0" i="0" u="none" strike="noStrike" cap="none" normalizeH="0" baseline="0">
                          <a:ln>
                            <a:noFill/>
                          </a:ln>
                          <a:solidFill>
                            <a:srgbClr val="339933"/>
                          </a:solidFill>
                          <a:effectLst/>
                          <a:latin typeface="Times New Roman" panose="02020603050405020304" pitchFamily="18" charset="0"/>
                          <a:ea typeface="굴림" panose="020B0600000101010101" pitchFamily="34" charset="-127"/>
                        </a:rPr>
                        <a:t>.263</a:t>
                      </a:r>
                    </a:p>
                  </a:txBody>
                  <a:tcPr marL="100838" marR="100838" marT="50419" marB="50419" horzOverflow="overflow">
                    <a:lnL w="38100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7713045"/>
                  </a:ext>
                </a:extLst>
              </a:tr>
              <a:tr h="50419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2600" b="0" i="0" u="none" strike="noStrike" cap="none" normalizeH="0" baseline="0">
                          <a:ln>
                            <a:noFill/>
                          </a:ln>
                          <a:solidFill>
                            <a:srgbClr val="339933"/>
                          </a:solidFill>
                          <a:effectLst/>
                          <a:latin typeface="Times New Roman" panose="02020603050405020304" pitchFamily="18" charset="0"/>
                          <a:ea typeface="굴림" panose="020B0600000101010101" pitchFamily="34" charset="-127"/>
                        </a:rPr>
                        <a:t>4</a:t>
                      </a:r>
                    </a:p>
                  </a:txBody>
                  <a:tcPr marL="100838" marR="100838" marT="50419" marB="50419" horzOverflow="overflow">
                    <a:lnL w="38100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2600" b="0" i="0" u="none" strike="noStrike" cap="none" normalizeH="0" baseline="0">
                          <a:ln>
                            <a:noFill/>
                          </a:ln>
                          <a:solidFill>
                            <a:srgbClr val="339933"/>
                          </a:solidFill>
                          <a:effectLst/>
                          <a:latin typeface="Times New Roman" panose="02020603050405020304" pitchFamily="18" charset="0"/>
                          <a:ea typeface="굴림" panose="020B0600000101010101" pitchFamily="34" charset="-127"/>
                        </a:rPr>
                        <a:t>.672</a:t>
                      </a:r>
                    </a:p>
                  </a:txBody>
                  <a:tcPr marL="100838" marR="100838" marT="50419" marB="50419" horzOverflow="overflow">
                    <a:lnL w="38100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5523581"/>
                  </a:ext>
                </a:extLst>
              </a:tr>
              <a:tr h="50419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2600" b="0" i="0" u="none" strike="noStrike" cap="none" normalizeH="0" baseline="0">
                          <a:ln>
                            <a:noFill/>
                          </a:ln>
                          <a:solidFill>
                            <a:srgbClr val="339933"/>
                          </a:solidFill>
                          <a:effectLst/>
                          <a:latin typeface="Times New Roman" panose="02020603050405020304" pitchFamily="18" charset="0"/>
                          <a:ea typeface="굴림" panose="020B0600000101010101" pitchFamily="34" charset="-127"/>
                        </a:rPr>
                        <a:t>5</a:t>
                      </a:r>
                    </a:p>
                  </a:txBody>
                  <a:tcPr marL="100838" marR="100838" marT="50419" marB="50419" horzOverflow="overflow">
                    <a:lnL w="38100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2600" b="0" i="0" u="none" strike="noStrike" cap="none" normalizeH="0" baseline="0">
                          <a:ln>
                            <a:noFill/>
                          </a:ln>
                          <a:solidFill>
                            <a:srgbClr val="339933"/>
                          </a:solidFill>
                          <a:effectLst/>
                          <a:latin typeface="Times New Roman" panose="02020603050405020304" pitchFamily="18" charset="0"/>
                          <a:ea typeface="굴림" panose="020B0600000101010101" pitchFamily="34" charset="-127"/>
                        </a:rPr>
                        <a:t>1.000</a:t>
                      </a:r>
                    </a:p>
                  </a:txBody>
                  <a:tcPr marL="100838" marR="100838" marT="50419" marB="50419" horzOverflow="overflow">
                    <a:lnL w="38100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9777119"/>
                  </a:ext>
                </a:extLst>
              </a:tr>
            </a:tbl>
          </a:graphicData>
        </a:graphic>
      </p:graphicFrame>
      <p:sp>
        <p:nvSpPr>
          <p:cNvPr id="11" name="Text Box 5">
            <a:extLst>
              <a:ext uri="{FF2B5EF4-FFF2-40B4-BE49-F238E27FC236}">
                <a16:creationId xmlns:a16="http://schemas.microsoft.com/office/drawing/2014/main" id="{E2A74F4B-236A-CC88-739D-C6CCB8A8B7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75464" y="1932729"/>
            <a:ext cx="6974628" cy="11785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3529">
                <a:solidFill>
                  <a:srgbClr val="339933"/>
                </a:solidFill>
                <a:ea typeface="굴림" panose="020B0600000101010101" pitchFamily="34" charset="-127"/>
              </a:rPr>
              <a:t>What is the probability that exactly 3 shots hit the target?</a:t>
            </a:r>
            <a:endParaRPr lang="en-US" altLang="ko-KR" sz="3529">
              <a:solidFill>
                <a:srgbClr val="333333"/>
              </a:solidFill>
              <a:effectLst>
                <a:outerShdw blurRad="38100" dist="38100" dir="2700000" algn="tl">
                  <a:srgbClr val="C0C0C0"/>
                </a:outerShdw>
              </a:effectLst>
              <a:ea typeface="굴림" panose="020B0600000101010101" pitchFamily="34" charset="-127"/>
            </a:endParaRPr>
          </a:p>
        </p:txBody>
      </p:sp>
      <p:sp>
        <p:nvSpPr>
          <p:cNvPr id="12" name="Text Box 111">
            <a:extLst>
              <a:ext uri="{FF2B5EF4-FFF2-40B4-BE49-F238E27FC236}">
                <a16:creationId xmlns:a16="http://schemas.microsoft.com/office/drawing/2014/main" id="{1BC8ABE1-AB3C-F374-DB74-82D72DDBA4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3527" y="3865457"/>
            <a:ext cx="6134312" cy="1721625"/>
          </a:xfrm>
          <a:prstGeom prst="rect">
            <a:avLst/>
          </a:prstGeom>
          <a:solidFill>
            <a:srgbClr val="F4ECC6"/>
          </a:solidFill>
          <a:ln w="28575">
            <a:solidFill>
              <a:srgbClr val="CC0066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>
            <a:spAutoFit/>
          </a:bodyPr>
          <a:lstStyle/>
          <a:p>
            <a:r>
              <a:rPr lang="en-US" altLang="ko-KR" sz="3529">
                <a:solidFill>
                  <a:srgbClr val="3333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굴림" panose="020B0600000101010101" pitchFamily="34" charset="-127"/>
              </a:rPr>
              <a:t>P(</a:t>
            </a:r>
            <a:r>
              <a:rPr lang="en-US" altLang="ko-KR" sz="3529" i="1">
                <a:solidFill>
                  <a:srgbClr val="3333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굴림" panose="020B0600000101010101" pitchFamily="34" charset="-127"/>
              </a:rPr>
              <a:t>x</a:t>
            </a:r>
            <a:r>
              <a:rPr lang="en-US" altLang="ko-KR" sz="3529">
                <a:solidFill>
                  <a:srgbClr val="3333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굴림" panose="020B0600000101010101" pitchFamily="34" charset="-127"/>
              </a:rPr>
              <a:t> = 3) </a:t>
            </a:r>
            <a:r>
              <a:rPr lang="en-US" altLang="ko-KR" sz="3529">
                <a:solidFill>
                  <a:srgbClr val="339933"/>
                </a:solidFill>
                <a:ea typeface="굴림" panose="020B0600000101010101" pitchFamily="34" charset="-127"/>
              </a:rPr>
              <a:t>= P(</a:t>
            </a:r>
            <a:r>
              <a:rPr lang="en-US" altLang="ko-KR" sz="3529" i="1">
                <a:solidFill>
                  <a:srgbClr val="339933"/>
                </a:solidFill>
                <a:ea typeface="굴림" panose="020B0600000101010101" pitchFamily="34" charset="-127"/>
              </a:rPr>
              <a:t>x</a:t>
            </a:r>
            <a:r>
              <a:rPr lang="en-US" altLang="ko-KR" sz="3529">
                <a:solidFill>
                  <a:srgbClr val="339933"/>
                </a:solidFill>
                <a:ea typeface="굴림" panose="020B0600000101010101" pitchFamily="34" charset="-127"/>
              </a:rPr>
              <a:t> </a:t>
            </a:r>
            <a:r>
              <a:rPr lang="en-US" altLang="ko-KR" sz="3529">
                <a:solidFill>
                  <a:srgbClr val="339933"/>
                </a:solidFill>
                <a:ea typeface="굴림" panose="020B0600000101010101" pitchFamily="34" charset="-127"/>
                <a:sym typeface="Symbol" panose="05050102010706020507" pitchFamily="18" charset="2"/>
              </a:rPr>
              <a:t> 3) – P(</a:t>
            </a:r>
            <a:r>
              <a:rPr lang="en-US" altLang="ko-KR" sz="3529" i="1">
                <a:solidFill>
                  <a:srgbClr val="339933"/>
                </a:solidFill>
                <a:ea typeface="굴림" panose="020B0600000101010101" pitchFamily="34" charset="-127"/>
                <a:sym typeface="Symbol" panose="05050102010706020507" pitchFamily="18" charset="2"/>
              </a:rPr>
              <a:t>x</a:t>
            </a:r>
            <a:r>
              <a:rPr lang="en-US" altLang="ko-KR" sz="3529">
                <a:solidFill>
                  <a:srgbClr val="339933"/>
                </a:solidFill>
                <a:ea typeface="굴림" panose="020B0600000101010101" pitchFamily="34" charset="-127"/>
                <a:sym typeface="Symbol" panose="05050102010706020507" pitchFamily="18" charset="2"/>
              </a:rPr>
              <a:t>  2)</a:t>
            </a:r>
          </a:p>
          <a:p>
            <a:r>
              <a:rPr lang="en-US" altLang="ko-KR" sz="3529">
                <a:solidFill>
                  <a:srgbClr val="339933"/>
                </a:solidFill>
                <a:ea typeface="굴림" panose="020B0600000101010101" pitchFamily="34" charset="-127"/>
                <a:sym typeface="Symbol" panose="05050102010706020507" pitchFamily="18" charset="2"/>
              </a:rPr>
              <a:t>= .263 - .058</a:t>
            </a:r>
          </a:p>
          <a:p>
            <a:r>
              <a:rPr lang="en-US" altLang="ko-KR" sz="3529">
                <a:solidFill>
                  <a:srgbClr val="339933"/>
                </a:solidFill>
                <a:ea typeface="굴림" panose="020B0600000101010101" pitchFamily="34" charset="-127"/>
                <a:sym typeface="Symbol" panose="05050102010706020507" pitchFamily="18" charset="2"/>
              </a:rPr>
              <a:t>= .205</a:t>
            </a:r>
          </a:p>
        </p:txBody>
      </p:sp>
      <p:sp>
        <p:nvSpPr>
          <p:cNvPr id="13" name="Text Box 112">
            <a:extLst>
              <a:ext uri="{FF2B5EF4-FFF2-40B4-BE49-F238E27FC236}">
                <a16:creationId xmlns:a16="http://schemas.microsoft.com/office/drawing/2014/main" id="{B2E1D569-C133-1FC9-FDED-2F13053B7B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64478" y="5125931"/>
            <a:ext cx="3445298" cy="805092"/>
          </a:xfrm>
          <a:prstGeom prst="rect">
            <a:avLst/>
          </a:prstGeom>
          <a:solidFill>
            <a:srgbClr val="CC0066"/>
          </a:solidFill>
          <a:ln w="28575">
            <a:solidFill>
              <a:srgbClr val="F4ECC6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ko-KR" sz="2316">
                <a:solidFill>
                  <a:srgbClr val="F4ECC6"/>
                </a:solidFill>
                <a:ea typeface="굴림" panose="020B0600000101010101" pitchFamily="34" charset="-127"/>
              </a:rPr>
              <a:t>Check from formula: P(</a:t>
            </a:r>
            <a:r>
              <a:rPr lang="en-US" altLang="ko-KR" sz="2316" i="1">
                <a:solidFill>
                  <a:srgbClr val="F4ECC6"/>
                </a:solidFill>
                <a:ea typeface="굴림" panose="020B0600000101010101" pitchFamily="34" charset="-127"/>
              </a:rPr>
              <a:t>x</a:t>
            </a:r>
            <a:r>
              <a:rPr lang="en-US" altLang="ko-KR" sz="2316">
                <a:solidFill>
                  <a:srgbClr val="F4ECC6"/>
                </a:solidFill>
                <a:ea typeface="굴림" panose="020B0600000101010101" pitchFamily="34" charset="-127"/>
              </a:rPr>
              <a:t> = 3) = .2048</a:t>
            </a:r>
          </a:p>
        </p:txBody>
      </p:sp>
    </p:spTree>
    <p:extLst>
      <p:ext uri="{BB962C8B-B14F-4D97-AF65-F5344CB8AC3E}">
        <p14:creationId xmlns:p14="http://schemas.microsoft.com/office/powerpoint/2010/main" val="29874446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uild="p" animBg="1" autoUpdateAnimBg="0"/>
      <p:bldP spid="13" grpId="0" animBg="1" autoUpdateAnimBg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>
            <a:extLst>
              <a:ext uri="{FF2B5EF4-FFF2-40B4-BE49-F238E27FC236}">
                <a16:creationId xmlns:a16="http://schemas.microsoft.com/office/drawing/2014/main" id="{7529C2CA-AE84-99B4-F76B-CA930C6151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567987" y="840316"/>
            <a:ext cx="4935827" cy="874778"/>
          </a:xfrm>
        </p:spPr>
        <p:txBody>
          <a:bodyPr>
            <a:noAutofit/>
          </a:bodyPr>
          <a:lstStyle/>
          <a:p>
            <a:r>
              <a:rPr lang="en-US" altLang="en-US" sz="4400" dirty="0"/>
              <a:t>Example</a:t>
            </a:r>
          </a:p>
        </p:txBody>
      </p:sp>
      <p:grpSp>
        <p:nvGrpSpPr>
          <p:cNvPr id="22" name="Group 1054">
            <a:extLst>
              <a:ext uri="{FF2B5EF4-FFF2-40B4-BE49-F238E27FC236}">
                <a16:creationId xmlns:a16="http://schemas.microsoft.com/office/drawing/2014/main" id="{8F14AE96-02D9-BE79-AE13-AF6BEAEFD892}"/>
              </a:ext>
            </a:extLst>
          </p:cNvPr>
          <p:cNvGrpSpPr>
            <a:grpSpLocks/>
          </p:cNvGrpSpPr>
          <p:nvPr/>
        </p:nvGrpSpPr>
        <p:grpSpPr bwMode="auto">
          <a:xfrm>
            <a:off x="8335751" y="0"/>
            <a:ext cx="2352887" cy="1680633"/>
            <a:chOff x="4320" y="48"/>
            <a:chExt cx="1344" cy="960"/>
          </a:xfrm>
        </p:grpSpPr>
        <p:sp>
          <p:nvSpPr>
            <p:cNvPr id="23" name="Rectangle 1053">
              <a:extLst>
                <a:ext uri="{FF2B5EF4-FFF2-40B4-BE49-F238E27FC236}">
                  <a16:creationId xmlns:a16="http://schemas.microsoft.com/office/drawing/2014/main" id="{F3C01C1D-D865-557E-BCFF-CF22352980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0" y="48"/>
              <a:ext cx="1344" cy="960"/>
            </a:xfrm>
            <a:prstGeom prst="rect">
              <a:avLst/>
            </a:prstGeom>
            <a:solidFill>
              <a:srgbClr val="F0D27E"/>
            </a:solidFill>
            <a:ln w="28575">
              <a:solidFill>
                <a:srgbClr val="CC0066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endParaRPr lang="en-ID" sz="2316"/>
            </a:p>
          </p:txBody>
        </p:sp>
        <p:pic>
          <p:nvPicPr>
            <p:cNvPr id="24" name="Picture 1052">
              <a:extLst>
                <a:ext uri="{FF2B5EF4-FFF2-40B4-BE49-F238E27FC236}">
                  <a16:creationId xmlns:a16="http://schemas.microsoft.com/office/drawing/2014/main" id="{4549AF70-CF9A-216E-1E52-39FFF31A321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16" y="144"/>
              <a:ext cx="1152" cy="80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aphicFrame>
        <p:nvGraphicFramePr>
          <p:cNvPr id="8" name="Group 12">
            <a:extLst>
              <a:ext uri="{FF2B5EF4-FFF2-40B4-BE49-F238E27FC236}">
                <a16:creationId xmlns:a16="http://schemas.microsoft.com/office/drawing/2014/main" id="{854AB623-141F-69E2-55F5-FCB1AF465A35}"/>
              </a:ext>
            </a:extLst>
          </p:cNvPr>
          <p:cNvGraphicFramePr>
            <a:graphicFrameLocks noGrp="1"/>
          </p:cNvGraphicFramePr>
          <p:nvPr/>
        </p:nvGraphicFramePr>
        <p:xfrm>
          <a:off x="1058704" y="1680633"/>
          <a:ext cx="1764665" cy="3529330"/>
        </p:xfrm>
        <a:graphic>
          <a:graphicData uri="http://schemas.openxmlformats.org/drawingml/2006/table">
            <a:tbl>
              <a:tblPr/>
              <a:tblGrid>
                <a:gridCol w="528699">
                  <a:extLst>
                    <a:ext uri="{9D8B030D-6E8A-4147-A177-3AD203B41FA5}">
                      <a16:colId xmlns:a16="http://schemas.microsoft.com/office/drawing/2014/main" val="2605496713"/>
                    </a:ext>
                  </a:extLst>
                </a:gridCol>
                <a:gridCol w="1235966">
                  <a:extLst>
                    <a:ext uri="{9D8B030D-6E8A-4147-A177-3AD203B41FA5}">
                      <a16:colId xmlns:a16="http://schemas.microsoft.com/office/drawing/2014/main" val="1668033155"/>
                    </a:ext>
                  </a:extLst>
                </a:gridCol>
              </a:tblGrid>
              <a:tr h="50419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2600" b="0" i="1" u="none" strike="noStrike" cap="none" normalizeH="0" baseline="0">
                          <a:ln>
                            <a:noFill/>
                          </a:ln>
                          <a:solidFill>
                            <a:srgbClr val="339933"/>
                          </a:solidFill>
                          <a:effectLst/>
                          <a:latin typeface="Times New Roman" panose="02020603050405020304" pitchFamily="18" charset="0"/>
                          <a:ea typeface="굴림" panose="020B0600000101010101" pitchFamily="34" charset="-127"/>
                        </a:rPr>
                        <a:t>k</a:t>
                      </a:r>
                    </a:p>
                  </a:txBody>
                  <a:tcPr marL="100838" marR="100838" marT="50419" marB="50419" horzOverflow="overflow">
                    <a:lnL w="38100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4ECC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2600" b="0" i="1" u="none" strike="noStrike" cap="none" normalizeH="0" baseline="0">
                          <a:ln>
                            <a:noFill/>
                          </a:ln>
                          <a:solidFill>
                            <a:srgbClr val="339933"/>
                          </a:solidFill>
                          <a:effectLst/>
                          <a:latin typeface="Times New Roman" panose="02020603050405020304" pitchFamily="18" charset="0"/>
                          <a:ea typeface="굴림" panose="020B0600000101010101" pitchFamily="34" charset="-127"/>
                        </a:rPr>
                        <a:t>p = </a:t>
                      </a:r>
                      <a:r>
                        <a:rPr kumimoji="0" lang="en-US" altLang="ko-KR" sz="2600" b="0" i="0" u="none" strike="noStrike" cap="none" normalizeH="0" baseline="0">
                          <a:ln>
                            <a:noFill/>
                          </a:ln>
                          <a:solidFill>
                            <a:srgbClr val="339933"/>
                          </a:solidFill>
                          <a:effectLst/>
                          <a:latin typeface="Times New Roman" panose="02020603050405020304" pitchFamily="18" charset="0"/>
                          <a:ea typeface="굴림" panose="020B0600000101010101" pitchFamily="34" charset="-127"/>
                        </a:rPr>
                        <a:t>.80</a:t>
                      </a:r>
                    </a:p>
                  </a:txBody>
                  <a:tcPr marL="100838" marR="100838" marT="50419" marB="50419" horzOverflow="overflow">
                    <a:lnL w="38100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4ECC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4127926"/>
                  </a:ext>
                </a:extLst>
              </a:tr>
              <a:tr h="50419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2600" b="0" i="0" u="none" strike="noStrike" cap="none" normalizeH="0" baseline="0">
                          <a:ln>
                            <a:noFill/>
                          </a:ln>
                          <a:solidFill>
                            <a:srgbClr val="339933"/>
                          </a:solidFill>
                          <a:effectLst/>
                          <a:latin typeface="Times New Roman" panose="02020603050405020304" pitchFamily="18" charset="0"/>
                          <a:ea typeface="굴림" panose="020B0600000101010101" pitchFamily="34" charset="-127"/>
                        </a:rPr>
                        <a:t>0</a:t>
                      </a:r>
                    </a:p>
                  </a:txBody>
                  <a:tcPr marL="100838" marR="100838" marT="50419" marB="50419" horzOverflow="overflow">
                    <a:lnL w="38100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2600" b="0" i="0" u="none" strike="noStrike" cap="none" normalizeH="0" baseline="0">
                          <a:ln>
                            <a:noFill/>
                          </a:ln>
                          <a:solidFill>
                            <a:srgbClr val="339933"/>
                          </a:solidFill>
                          <a:effectLst/>
                          <a:latin typeface="Times New Roman" panose="02020603050405020304" pitchFamily="18" charset="0"/>
                          <a:ea typeface="굴림" panose="020B0600000101010101" pitchFamily="34" charset="-127"/>
                        </a:rPr>
                        <a:t>.000</a:t>
                      </a:r>
                    </a:p>
                  </a:txBody>
                  <a:tcPr marL="100838" marR="100838" marT="50419" marB="50419" horzOverflow="overflow">
                    <a:lnL w="38100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0635711"/>
                  </a:ext>
                </a:extLst>
              </a:tr>
              <a:tr h="50419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2600" b="0" i="0" u="none" strike="noStrike" cap="none" normalizeH="0" baseline="0">
                          <a:ln>
                            <a:noFill/>
                          </a:ln>
                          <a:solidFill>
                            <a:srgbClr val="339933"/>
                          </a:solidFill>
                          <a:effectLst/>
                          <a:latin typeface="Times New Roman" panose="02020603050405020304" pitchFamily="18" charset="0"/>
                          <a:ea typeface="굴림" panose="020B0600000101010101" pitchFamily="34" charset="-127"/>
                        </a:rPr>
                        <a:t>1</a:t>
                      </a:r>
                    </a:p>
                  </a:txBody>
                  <a:tcPr marL="100838" marR="100838" marT="50419" marB="50419" horzOverflow="overflow">
                    <a:lnL w="38100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2600" b="0" i="0" u="none" strike="noStrike" cap="none" normalizeH="0" baseline="0">
                          <a:ln>
                            <a:noFill/>
                          </a:ln>
                          <a:solidFill>
                            <a:srgbClr val="339933"/>
                          </a:solidFill>
                          <a:effectLst/>
                          <a:latin typeface="Times New Roman" panose="02020603050405020304" pitchFamily="18" charset="0"/>
                          <a:ea typeface="굴림" panose="020B0600000101010101" pitchFamily="34" charset="-127"/>
                        </a:rPr>
                        <a:t>.007</a:t>
                      </a:r>
                    </a:p>
                  </a:txBody>
                  <a:tcPr marL="100838" marR="100838" marT="50419" marB="50419" horzOverflow="overflow">
                    <a:lnL w="38100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1033231"/>
                  </a:ext>
                </a:extLst>
              </a:tr>
              <a:tr h="50419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2600" b="0" i="0" u="none" strike="noStrike" cap="none" normalizeH="0" baseline="0">
                          <a:ln>
                            <a:noFill/>
                          </a:ln>
                          <a:solidFill>
                            <a:srgbClr val="339933"/>
                          </a:solidFill>
                          <a:effectLst/>
                          <a:latin typeface="Times New Roman" panose="02020603050405020304" pitchFamily="18" charset="0"/>
                          <a:ea typeface="굴림" panose="020B0600000101010101" pitchFamily="34" charset="-127"/>
                        </a:rPr>
                        <a:t>2</a:t>
                      </a:r>
                    </a:p>
                  </a:txBody>
                  <a:tcPr marL="100838" marR="100838" marT="50419" marB="50419" horzOverflow="overflow">
                    <a:lnL w="38100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2600" b="0" i="0" u="none" strike="noStrike" cap="none" normalizeH="0" baseline="0">
                          <a:ln>
                            <a:noFill/>
                          </a:ln>
                          <a:solidFill>
                            <a:srgbClr val="339933"/>
                          </a:solidFill>
                          <a:effectLst/>
                          <a:latin typeface="Times New Roman" panose="02020603050405020304" pitchFamily="18" charset="0"/>
                          <a:ea typeface="굴림" panose="020B0600000101010101" pitchFamily="34" charset="-127"/>
                        </a:rPr>
                        <a:t>.058</a:t>
                      </a:r>
                    </a:p>
                  </a:txBody>
                  <a:tcPr marL="100838" marR="100838" marT="50419" marB="50419" horzOverflow="overflow">
                    <a:lnL w="38100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6241958"/>
                  </a:ext>
                </a:extLst>
              </a:tr>
              <a:tr h="50419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2600" b="0" i="0" u="none" strike="noStrike" cap="none" normalizeH="0" baseline="0">
                          <a:ln>
                            <a:noFill/>
                          </a:ln>
                          <a:solidFill>
                            <a:srgbClr val="339933"/>
                          </a:solidFill>
                          <a:effectLst/>
                          <a:latin typeface="Times New Roman" panose="02020603050405020304" pitchFamily="18" charset="0"/>
                          <a:ea typeface="굴림" panose="020B0600000101010101" pitchFamily="34" charset="-127"/>
                        </a:rPr>
                        <a:t>3</a:t>
                      </a:r>
                    </a:p>
                  </a:txBody>
                  <a:tcPr marL="100838" marR="100838" marT="50419" marB="50419" horzOverflow="overflow">
                    <a:lnL w="38100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2600" b="0" i="0" u="none" strike="noStrike" cap="none" normalizeH="0" baseline="0">
                          <a:ln>
                            <a:noFill/>
                          </a:ln>
                          <a:solidFill>
                            <a:srgbClr val="339933"/>
                          </a:solidFill>
                          <a:effectLst/>
                          <a:latin typeface="Times New Roman" panose="02020603050405020304" pitchFamily="18" charset="0"/>
                          <a:ea typeface="굴림" panose="020B0600000101010101" pitchFamily="34" charset="-127"/>
                        </a:rPr>
                        <a:t>.263</a:t>
                      </a:r>
                    </a:p>
                  </a:txBody>
                  <a:tcPr marL="100838" marR="100838" marT="50419" marB="50419" horzOverflow="overflow">
                    <a:lnL w="38100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9349660"/>
                  </a:ext>
                </a:extLst>
              </a:tr>
              <a:tr h="50419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2600" b="0" i="0" u="none" strike="noStrike" cap="none" normalizeH="0" baseline="0">
                          <a:ln>
                            <a:noFill/>
                          </a:ln>
                          <a:solidFill>
                            <a:srgbClr val="339933"/>
                          </a:solidFill>
                          <a:effectLst/>
                          <a:latin typeface="Times New Roman" panose="02020603050405020304" pitchFamily="18" charset="0"/>
                          <a:ea typeface="굴림" panose="020B0600000101010101" pitchFamily="34" charset="-127"/>
                        </a:rPr>
                        <a:t>4</a:t>
                      </a:r>
                    </a:p>
                  </a:txBody>
                  <a:tcPr marL="100838" marR="100838" marT="50419" marB="50419" horzOverflow="overflow">
                    <a:lnL w="38100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2600" b="0" i="0" u="none" strike="noStrike" cap="none" normalizeH="0" baseline="0">
                          <a:ln>
                            <a:noFill/>
                          </a:ln>
                          <a:solidFill>
                            <a:srgbClr val="339933"/>
                          </a:solidFill>
                          <a:effectLst/>
                          <a:latin typeface="Times New Roman" panose="02020603050405020304" pitchFamily="18" charset="0"/>
                          <a:ea typeface="굴림" panose="020B0600000101010101" pitchFamily="34" charset="-127"/>
                        </a:rPr>
                        <a:t>.672</a:t>
                      </a:r>
                    </a:p>
                  </a:txBody>
                  <a:tcPr marL="100838" marR="100838" marT="50419" marB="50419" horzOverflow="overflow">
                    <a:lnL w="38100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5790147"/>
                  </a:ext>
                </a:extLst>
              </a:tr>
              <a:tr h="50419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2600" b="0" i="0" u="none" strike="noStrike" cap="none" normalizeH="0" baseline="0">
                          <a:ln>
                            <a:noFill/>
                          </a:ln>
                          <a:solidFill>
                            <a:srgbClr val="339933"/>
                          </a:solidFill>
                          <a:effectLst/>
                          <a:latin typeface="Times New Roman" panose="02020603050405020304" pitchFamily="18" charset="0"/>
                          <a:ea typeface="굴림" panose="020B0600000101010101" pitchFamily="34" charset="-127"/>
                        </a:rPr>
                        <a:t>5</a:t>
                      </a:r>
                    </a:p>
                  </a:txBody>
                  <a:tcPr marL="100838" marR="100838" marT="50419" marB="50419" horzOverflow="overflow">
                    <a:lnL w="38100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2600" b="0" i="0" u="none" strike="noStrike" cap="none" normalizeH="0" baseline="0">
                          <a:ln>
                            <a:noFill/>
                          </a:ln>
                          <a:solidFill>
                            <a:srgbClr val="339933"/>
                          </a:solidFill>
                          <a:effectLst/>
                          <a:latin typeface="Times New Roman" panose="02020603050405020304" pitchFamily="18" charset="0"/>
                          <a:ea typeface="굴림" panose="020B0600000101010101" pitchFamily="34" charset="-127"/>
                        </a:rPr>
                        <a:t>1.000</a:t>
                      </a:r>
                    </a:p>
                  </a:txBody>
                  <a:tcPr marL="100838" marR="100838" marT="50419" marB="50419" horzOverflow="overflow">
                    <a:lnL w="38100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9099477"/>
                  </a:ext>
                </a:extLst>
              </a:tr>
            </a:tbl>
          </a:graphicData>
        </a:graphic>
      </p:graphicFrame>
      <p:sp>
        <p:nvSpPr>
          <p:cNvPr id="9" name="Text Box 38">
            <a:extLst>
              <a:ext uri="{FF2B5EF4-FFF2-40B4-BE49-F238E27FC236}">
                <a16:creationId xmlns:a16="http://schemas.microsoft.com/office/drawing/2014/main" id="{DFE7E755-5AE8-F1C7-D397-639BA3A81B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75464" y="2184824"/>
            <a:ext cx="6974628" cy="11785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3529">
                <a:solidFill>
                  <a:srgbClr val="339933"/>
                </a:solidFill>
                <a:ea typeface="굴림" panose="020B0600000101010101" pitchFamily="34" charset="-127"/>
              </a:rPr>
              <a:t>What is the probability that more than 3 shots hit the target?</a:t>
            </a:r>
            <a:endParaRPr lang="en-US" altLang="ko-KR" sz="3529">
              <a:solidFill>
                <a:srgbClr val="333333"/>
              </a:solidFill>
              <a:effectLst>
                <a:outerShdw blurRad="38100" dist="38100" dir="2700000" algn="tl">
                  <a:srgbClr val="C0C0C0"/>
                </a:outerShdw>
              </a:effectLst>
              <a:ea typeface="굴림" panose="020B0600000101010101" pitchFamily="34" charset="-127"/>
            </a:endParaRPr>
          </a:p>
        </p:txBody>
      </p:sp>
      <p:sp>
        <p:nvSpPr>
          <p:cNvPr id="14" name="Text Box 39">
            <a:extLst>
              <a:ext uri="{FF2B5EF4-FFF2-40B4-BE49-F238E27FC236}">
                <a16:creationId xmlns:a16="http://schemas.microsoft.com/office/drawing/2014/main" id="{D067A2C1-D573-AE74-A2AA-811A52B731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3527" y="3865457"/>
            <a:ext cx="6134312" cy="1178528"/>
          </a:xfrm>
          <a:prstGeom prst="rect">
            <a:avLst/>
          </a:prstGeom>
          <a:solidFill>
            <a:srgbClr val="F4ECC6"/>
          </a:solidFill>
          <a:ln w="28575">
            <a:solidFill>
              <a:srgbClr val="CC0066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>
            <a:spAutoFit/>
          </a:bodyPr>
          <a:lstStyle/>
          <a:p>
            <a:r>
              <a:rPr lang="en-US" altLang="ko-KR" sz="3529">
                <a:solidFill>
                  <a:srgbClr val="3333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굴림" panose="020B0600000101010101" pitchFamily="34" charset="-127"/>
              </a:rPr>
              <a:t>P(</a:t>
            </a:r>
            <a:r>
              <a:rPr lang="en-US" altLang="ko-KR" sz="3529" i="1">
                <a:solidFill>
                  <a:srgbClr val="3333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굴림" panose="020B0600000101010101" pitchFamily="34" charset="-127"/>
              </a:rPr>
              <a:t>x</a:t>
            </a:r>
            <a:r>
              <a:rPr lang="en-US" altLang="ko-KR" sz="3529">
                <a:solidFill>
                  <a:srgbClr val="3333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굴림" panose="020B0600000101010101" pitchFamily="34" charset="-127"/>
              </a:rPr>
              <a:t> &gt; 3) </a:t>
            </a:r>
            <a:r>
              <a:rPr lang="en-US" altLang="ko-KR" sz="3529">
                <a:solidFill>
                  <a:srgbClr val="339933"/>
                </a:solidFill>
                <a:ea typeface="굴림" panose="020B0600000101010101" pitchFamily="34" charset="-127"/>
              </a:rPr>
              <a:t>= 1 - P(</a:t>
            </a:r>
            <a:r>
              <a:rPr lang="en-US" altLang="ko-KR" sz="3529" i="1">
                <a:solidFill>
                  <a:srgbClr val="339933"/>
                </a:solidFill>
                <a:ea typeface="굴림" panose="020B0600000101010101" pitchFamily="34" charset="-127"/>
              </a:rPr>
              <a:t>x</a:t>
            </a:r>
            <a:r>
              <a:rPr lang="en-US" altLang="ko-KR" sz="3529">
                <a:solidFill>
                  <a:srgbClr val="339933"/>
                </a:solidFill>
                <a:ea typeface="굴림" panose="020B0600000101010101" pitchFamily="34" charset="-127"/>
              </a:rPr>
              <a:t> </a:t>
            </a:r>
            <a:r>
              <a:rPr lang="en-US" altLang="ko-KR" sz="3529">
                <a:solidFill>
                  <a:srgbClr val="339933"/>
                </a:solidFill>
                <a:ea typeface="굴림" panose="020B0600000101010101" pitchFamily="34" charset="-127"/>
                <a:sym typeface="Symbol" panose="05050102010706020507" pitchFamily="18" charset="2"/>
              </a:rPr>
              <a:t> 3)</a:t>
            </a:r>
          </a:p>
          <a:p>
            <a:r>
              <a:rPr lang="en-US" altLang="ko-KR" sz="3529">
                <a:solidFill>
                  <a:srgbClr val="339933"/>
                </a:solidFill>
                <a:ea typeface="굴림" panose="020B0600000101010101" pitchFamily="34" charset="-127"/>
                <a:sym typeface="Symbol" panose="05050102010706020507" pitchFamily="18" charset="2"/>
              </a:rPr>
              <a:t>= 1 - .263 = .737</a:t>
            </a:r>
          </a:p>
        </p:txBody>
      </p:sp>
      <p:sp>
        <p:nvSpPr>
          <p:cNvPr id="15" name="Text Box 40">
            <a:extLst>
              <a:ext uri="{FF2B5EF4-FFF2-40B4-BE49-F238E27FC236}">
                <a16:creationId xmlns:a16="http://schemas.microsoft.com/office/drawing/2014/main" id="{C7909DD2-F65A-5CBC-8282-DF8C44A894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64478" y="4957868"/>
            <a:ext cx="3445298" cy="805092"/>
          </a:xfrm>
          <a:prstGeom prst="rect">
            <a:avLst/>
          </a:prstGeom>
          <a:solidFill>
            <a:srgbClr val="CC0066"/>
          </a:solidFill>
          <a:ln w="28575">
            <a:solidFill>
              <a:srgbClr val="F4ECC6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ko-KR" sz="2316">
                <a:solidFill>
                  <a:srgbClr val="F4ECC6"/>
                </a:solidFill>
                <a:ea typeface="굴림" panose="020B0600000101010101" pitchFamily="34" charset="-127"/>
              </a:rPr>
              <a:t>Check from formula: P(</a:t>
            </a:r>
            <a:r>
              <a:rPr lang="en-US" altLang="ko-KR" sz="2316" i="1">
                <a:solidFill>
                  <a:srgbClr val="F4ECC6"/>
                </a:solidFill>
                <a:ea typeface="굴림" panose="020B0600000101010101" pitchFamily="34" charset="-127"/>
              </a:rPr>
              <a:t>x</a:t>
            </a:r>
            <a:r>
              <a:rPr lang="en-US" altLang="ko-KR" sz="2316">
                <a:solidFill>
                  <a:srgbClr val="F4ECC6"/>
                </a:solidFill>
                <a:ea typeface="굴림" panose="020B0600000101010101" pitchFamily="34" charset="-127"/>
              </a:rPr>
              <a:t> &gt; 3) = .7373</a:t>
            </a:r>
          </a:p>
        </p:txBody>
      </p:sp>
    </p:spTree>
    <p:extLst>
      <p:ext uri="{BB962C8B-B14F-4D97-AF65-F5344CB8AC3E}">
        <p14:creationId xmlns:p14="http://schemas.microsoft.com/office/powerpoint/2010/main" val="14886962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build="p" animBg="1" autoUpdateAnimBg="0"/>
      <p:bldP spid="15" grpId="0" animBg="1" autoUpdateAnimBg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>
            <a:extLst>
              <a:ext uri="{FF2B5EF4-FFF2-40B4-BE49-F238E27FC236}">
                <a16:creationId xmlns:a16="http://schemas.microsoft.com/office/drawing/2014/main" id="{7529C2CA-AE84-99B4-F76B-CA930C6151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567987" y="840316"/>
            <a:ext cx="4935827" cy="874778"/>
          </a:xfrm>
        </p:spPr>
        <p:txBody>
          <a:bodyPr>
            <a:noAutofit/>
          </a:bodyPr>
          <a:lstStyle/>
          <a:p>
            <a:r>
              <a:rPr lang="en-US" altLang="en-US" sz="4400" dirty="0"/>
              <a:t>Example</a:t>
            </a:r>
          </a:p>
        </p:txBody>
      </p:sp>
      <p:grpSp>
        <p:nvGrpSpPr>
          <p:cNvPr id="22" name="Group 1054">
            <a:extLst>
              <a:ext uri="{FF2B5EF4-FFF2-40B4-BE49-F238E27FC236}">
                <a16:creationId xmlns:a16="http://schemas.microsoft.com/office/drawing/2014/main" id="{8F14AE96-02D9-BE79-AE13-AF6BEAEFD892}"/>
              </a:ext>
            </a:extLst>
          </p:cNvPr>
          <p:cNvGrpSpPr>
            <a:grpSpLocks/>
          </p:cNvGrpSpPr>
          <p:nvPr/>
        </p:nvGrpSpPr>
        <p:grpSpPr bwMode="auto">
          <a:xfrm>
            <a:off x="8335751" y="0"/>
            <a:ext cx="2352887" cy="1680633"/>
            <a:chOff x="4320" y="48"/>
            <a:chExt cx="1344" cy="960"/>
          </a:xfrm>
        </p:grpSpPr>
        <p:sp>
          <p:nvSpPr>
            <p:cNvPr id="23" name="Rectangle 1053">
              <a:extLst>
                <a:ext uri="{FF2B5EF4-FFF2-40B4-BE49-F238E27FC236}">
                  <a16:creationId xmlns:a16="http://schemas.microsoft.com/office/drawing/2014/main" id="{F3C01C1D-D865-557E-BCFF-CF22352980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0" y="48"/>
              <a:ext cx="1344" cy="960"/>
            </a:xfrm>
            <a:prstGeom prst="rect">
              <a:avLst/>
            </a:prstGeom>
            <a:solidFill>
              <a:srgbClr val="F0D27E"/>
            </a:solidFill>
            <a:ln w="28575">
              <a:solidFill>
                <a:srgbClr val="CC0066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endParaRPr lang="en-ID" sz="2316"/>
            </a:p>
          </p:txBody>
        </p:sp>
        <p:pic>
          <p:nvPicPr>
            <p:cNvPr id="24" name="Picture 1052">
              <a:extLst>
                <a:ext uri="{FF2B5EF4-FFF2-40B4-BE49-F238E27FC236}">
                  <a16:creationId xmlns:a16="http://schemas.microsoft.com/office/drawing/2014/main" id="{4549AF70-CF9A-216E-1E52-39FFF31A321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16" y="144"/>
              <a:ext cx="1152" cy="80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" name="Rectangle 4">
            <a:extLst>
              <a:ext uri="{FF2B5EF4-FFF2-40B4-BE49-F238E27FC236}">
                <a16:creationId xmlns:a16="http://schemas.microsoft.com/office/drawing/2014/main" id="{C7134B89-ACC8-2E9C-6512-07454086AB4A}"/>
              </a:ext>
            </a:extLst>
          </p:cNvPr>
          <p:cNvSpPr txBox="1">
            <a:spLocks noChangeArrowheads="1"/>
          </p:cNvSpPr>
          <p:nvPr/>
        </p:nvSpPr>
        <p:spPr>
          <a:xfrm>
            <a:off x="1091631" y="1882305"/>
            <a:ext cx="7584535" cy="1932728"/>
          </a:xfrm>
          <a:prstGeom prst="rect">
            <a:avLst/>
          </a:prstGeom>
          <a:noFill/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>
            <a:lvl1pPr marL="267218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1pPr>
            <a:lvl2pPr marL="534436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2pPr>
            <a:lvl3pPr marL="801654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3pPr>
            <a:lvl4pPr marL="1068873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4pPr>
            <a:lvl5pPr marL="1336091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5pPr>
            <a:lvl6pPr marL="1603309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1870527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2137745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2404963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fontAlgn="auto"/>
            <a:r>
              <a:rPr lang="en-US" altLang="ko-KR" sz="3200" kern="0" dirty="0">
                <a:ea typeface="굴림" panose="020B0600000101010101" pitchFamily="34" charset="-127"/>
              </a:rPr>
              <a:t>Here is the probability distribution for  </a:t>
            </a:r>
            <a:r>
              <a:rPr lang="en-US" altLang="ko-KR" sz="3200" b="1" i="1" kern="0" dirty="0">
                <a:solidFill>
                  <a:srgbClr val="333333"/>
                </a:solidFill>
                <a:ea typeface="굴림" panose="020B0600000101010101" pitchFamily="34" charset="-127"/>
              </a:rPr>
              <a:t>x</a:t>
            </a:r>
            <a:r>
              <a:rPr lang="en-US" altLang="ko-KR" sz="3200" b="1" kern="0" dirty="0">
                <a:solidFill>
                  <a:srgbClr val="333333"/>
                </a:solidFill>
                <a:ea typeface="굴림" panose="020B0600000101010101" pitchFamily="34" charset="-127"/>
              </a:rPr>
              <a:t> = number of hits. </a:t>
            </a:r>
            <a:r>
              <a:rPr lang="en-US" altLang="ko-KR" sz="3200" kern="0" dirty="0">
                <a:ea typeface="굴림" panose="020B0600000101010101" pitchFamily="34" charset="-127"/>
              </a:rPr>
              <a:t>What are the mean and standard deviation for </a:t>
            </a:r>
            <a:r>
              <a:rPr lang="en-US" altLang="ko-KR" sz="3200" i="1" kern="0" dirty="0">
                <a:ea typeface="굴림" panose="020B0600000101010101" pitchFamily="34" charset="-127"/>
              </a:rPr>
              <a:t>x</a:t>
            </a:r>
            <a:r>
              <a:rPr lang="en-US" altLang="ko-KR" sz="3200" kern="0" dirty="0">
                <a:ea typeface="굴림" panose="020B0600000101010101" pitchFamily="34" charset="-127"/>
              </a:rPr>
              <a:t>?</a:t>
            </a:r>
            <a:endParaRPr lang="en-US" altLang="ko-KR" sz="3200" b="1" kern="0" dirty="0">
              <a:solidFill>
                <a:srgbClr val="333333"/>
              </a:solidFill>
              <a:ea typeface="굴림" panose="020B0600000101010101" pitchFamily="34" charset="-127"/>
            </a:endParaRPr>
          </a:p>
        </p:txBody>
      </p:sp>
      <p:grpSp>
        <p:nvGrpSpPr>
          <p:cNvPr id="3" name="Group 78">
            <a:extLst>
              <a:ext uri="{FF2B5EF4-FFF2-40B4-BE49-F238E27FC236}">
                <a16:creationId xmlns:a16="http://schemas.microsoft.com/office/drawing/2014/main" id="{8DA13C66-2EE3-827C-D438-4FAE4DD9F7BE}"/>
              </a:ext>
            </a:extLst>
          </p:cNvPr>
          <p:cNvGrpSpPr>
            <a:grpSpLocks/>
          </p:cNvGrpSpPr>
          <p:nvPr/>
        </p:nvGrpSpPr>
        <p:grpSpPr bwMode="auto">
          <a:xfrm>
            <a:off x="1343728" y="3672696"/>
            <a:ext cx="3697393" cy="3025140"/>
            <a:chOff x="1776" y="1728"/>
            <a:chExt cx="2112" cy="1728"/>
          </a:xfrm>
        </p:grpSpPr>
        <p:sp>
          <p:nvSpPr>
            <p:cNvPr id="4" name="Rectangle 69">
              <a:extLst>
                <a:ext uri="{FF2B5EF4-FFF2-40B4-BE49-F238E27FC236}">
                  <a16:creationId xmlns:a16="http://schemas.microsoft.com/office/drawing/2014/main" id="{57AFC6AE-91B9-9351-9513-3F47F14843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76" y="1728"/>
              <a:ext cx="2112" cy="1728"/>
            </a:xfrm>
            <a:prstGeom prst="rect">
              <a:avLst/>
            </a:prstGeom>
            <a:solidFill>
              <a:srgbClr val="F0D27E"/>
            </a:solidFill>
            <a:ln w="28575">
              <a:solidFill>
                <a:srgbClr val="CC0066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endParaRPr lang="en-ID" sz="2316"/>
            </a:p>
          </p:txBody>
        </p:sp>
        <p:pic>
          <p:nvPicPr>
            <p:cNvPr id="5" name="Picture 77">
              <a:extLst>
                <a:ext uri="{FF2B5EF4-FFF2-40B4-BE49-F238E27FC236}">
                  <a16:creationId xmlns:a16="http://schemas.microsoft.com/office/drawing/2014/main" id="{636ED709-0D91-5339-7669-95B68D42DAF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24" y="1816"/>
              <a:ext cx="1992" cy="154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aphicFrame>
        <p:nvGraphicFramePr>
          <p:cNvPr id="6" name="Object 79">
            <a:extLst>
              <a:ext uri="{FF2B5EF4-FFF2-40B4-BE49-F238E27FC236}">
                <a16:creationId xmlns:a16="http://schemas.microsoft.com/office/drawing/2014/main" id="{8991D384-5E51-9448-DEB4-8B7E068FFE9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59338428"/>
              </p:ext>
            </p:extLst>
          </p:nvPr>
        </p:nvGraphicFramePr>
        <p:xfrm>
          <a:off x="5545311" y="3588664"/>
          <a:ext cx="4537710" cy="2288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117440" imgH="545760" progId="Equation.3">
                  <p:embed/>
                </p:oleObj>
              </mc:Choice>
              <mc:Fallback>
                <p:oleObj name="Equation" r:id="rId4" imgW="1117440" imgH="545760" progId="Equation.3">
                  <p:embed/>
                  <p:pic>
                    <p:nvPicPr>
                      <p:cNvPr id="6" name="Object 79">
                        <a:extLst>
                          <a:ext uri="{FF2B5EF4-FFF2-40B4-BE49-F238E27FC236}">
                            <a16:creationId xmlns:a16="http://schemas.microsoft.com/office/drawing/2014/main" id="{8991D384-5E51-9448-DEB4-8B7E068FFE9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45311" y="3588664"/>
                        <a:ext cx="4537710" cy="2288113"/>
                      </a:xfrm>
                      <a:prstGeom prst="rect">
                        <a:avLst/>
                      </a:prstGeom>
                      <a:solidFill>
                        <a:srgbClr val="F4ECC6"/>
                      </a:solidFill>
                      <a:ln w="28575">
                        <a:solidFill>
                          <a:srgbClr val="CC0066"/>
                        </a:solidFill>
                        <a:miter lim="800000"/>
                        <a:headEnd/>
                        <a:tailEnd/>
                      </a:ln>
                      <a:effectLst>
                        <a:outerShdw dist="107763" dir="2700000" algn="ctr" rotWithShape="0">
                          <a:srgbClr val="808080"/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" name="Group 93">
            <a:extLst>
              <a:ext uri="{FF2B5EF4-FFF2-40B4-BE49-F238E27FC236}">
                <a16:creationId xmlns:a16="http://schemas.microsoft.com/office/drawing/2014/main" id="{CBEC5597-C333-4939-C745-5399A6227C57}"/>
              </a:ext>
            </a:extLst>
          </p:cNvPr>
          <p:cNvGrpSpPr>
            <a:grpSpLocks/>
          </p:cNvGrpSpPr>
          <p:nvPr/>
        </p:nvGrpSpPr>
        <p:grpSpPr bwMode="auto">
          <a:xfrm>
            <a:off x="3948709" y="5873276"/>
            <a:ext cx="3865457" cy="572465"/>
            <a:chOff x="2016" y="3033"/>
            <a:chExt cx="2208" cy="327"/>
          </a:xfrm>
        </p:grpSpPr>
        <p:sp>
          <p:nvSpPr>
            <p:cNvPr id="11" name="Line 81">
              <a:extLst>
                <a:ext uri="{FF2B5EF4-FFF2-40B4-BE49-F238E27FC236}">
                  <a16:creationId xmlns:a16="http://schemas.microsoft.com/office/drawing/2014/main" id="{33781400-DBDB-6EDF-7E85-70D42927A0C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016" y="3360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D" sz="2316"/>
            </a:p>
          </p:txBody>
        </p:sp>
        <p:cxnSp>
          <p:nvCxnSpPr>
            <p:cNvPr id="12" name="AutoShape 82">
              <a:extLst>
                <a:ext uri="{FF2B5EF4-FFF2-40B4-BE49-F238E27FC236}">
                  <a16:creationId xmlns:a16="http://schemas.microsoft.com/office/drawing/2014/main" id="{60DF9D2A-8CBF-5376-BACA-8A82285C5968}"/>
                </a:ext>
              </a:extLst>
            </p:cNvPr>
            <p:cNvCxnSpPr>
              <a:cxnSpLocks noChangeShapeType="1"/>
              <a:endCxn id="11" idx="1"/>
            </p:cNvCxnSpPr>
            <p:nvPr/>
          </p:nvCxnSpPr>
          <p:spPr bwMode="auto">
            <a:xfrm rot="5400000">
              <a:off x="3076" y="2212"/>
              <a:ext cx="327" cy="1969"/>
            </a:xfrm>
            <a:prstGeom prst="curvedConnector3">
              <a:avLst>
                <a:gd name="adj1" fmla="val 34556"/>
              </a:avLst>
            </a:prstGeom>
            <a:noFill/>
            <a:ln w="28575">
              <a:solidFill>
                <a:srgbClr val="CC0066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3" name="Group 87">
            <a:extLst>
              <a:ext uri="{FF2B5EF4-FFF2-40B4-BE49-F238E27FC236}">
                <a16:creationId xmlns:a16="http://schemas.microsoft.com/office/drawing/2014/main" id="{0F711FF6-D3A8-04C5-AAFC-D0E9D5337391}"/>
              </a:ext>
            </a:extLst>
          </p:cNvPr>
          <p:cNvGrpSpPr>
            <a:grpSpLocks/>
          </p:cNvGrpSpPr>
          <p:nvPr/>
        </p:nvGrpSpPr>
        <p:grpSpPr bwMode="auto">
          <a:xfrm>
            <a:off x="3780646" y="6361710"/>
            <a:ext cx="588222" cy="1204454"/>
            <a:chOff x="1632" y="3168"/>
            <a:chExt cx="336" cy="688"/>
          </a:xfrm>
        </p:grpSpPr>
        <p:sp>
          <p:nvSpPr>
            <p:cNvPr id="16" name="Text Box 88">
              <a:extLst>
                <a:ext uri="{FF2B5EF4-FFF2-40B4-BE49-F238E27FC236}">
                  <a16:creationId xmlns:a16="http://schemas.microsoft.com/office/drawing/2014/main" id="{BBFC2DBB-4D95-8F6E-C2E6-D9FB4C60518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32" y="3600"/>
              <a:ext cx="336" cy="25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ko-KR" sz="2316">
                  <a:solidFill>
                    <a:srgbClr val="3333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Symbol" panose="05050102010706020507" pitchFamily="18" charset="2"/>
                  <a:ea typeface="굴림" panose="020B0600000101010101" pitchFamily="34" charset="-127"/>
                </a:rPr>
                <a:t>m</a:t>
              </a:r>
            </a:p>
          </p:txBody>
        </p:sp>
        <p:sp>
          <p:nvSpPr>
            <p:cNvPr id="17" name="Line 89">
              <a:extLst>
                <a:ext uri="{FF2B5EF4-FFF2-40B4-BE49-F238E27FC236}">
                  <a16:creationId xmlns:a16="http://schemas.microsoft.com/office/drawing/2014/main" id="{319AA034-A89E-6AA9-3D82-32B6EAC8417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28" y="3168"/>
              <a:ext cx="0" cy="5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D" sz="2316"/>
            </a:p>
          </p:txBody>
        </p:sp>
      </p:grpSp>
      <p:grpSp>
        <p:nvGrpSpPr>
          <p:cNvPr id="18" name="Group 94">
            <a:extLst>
              <a:ext uri="{FF2B5EF4-FFF2-40B4-BE49-F238E27FC236}">
                <a16:creationId xmlns:a16="http://schemas.microsoft.com/office/drawing/2014/main" id="{C8D74A2E-3E89-3945-2457-750C236BFE7F}"/>
              </a:ext>
            </a:extLst>
          </p:cNvPr>
          <p:cNvGrpSpPr>
            <a:grpSpLocks/>
          </p:cNvGrpSpPr>
          <p:nvPr/>
        </p:nvGrpSpPr>
        <p:grpSpPr bwMode="auto">
          <a:xfrm>
            <a:off x="3024361" y="6445741"/>
            <a:ext cx="1764665" cy="0"/>
            <a:chOff x="1488" y="3360"/>
            <a:chExt cx="1008" cy="0"/>
          </a:xfrm>
        </p:grpSpPr>
        <p:sp>
          <p:nvSpPr>
            <p:cNvPr id="19" name="Line 90">
              <a:extLst>
                <a:ext uri="{FF2B5EF4-FFF2-40B4-BE49-F238E27FC236}">
                  <a16:creationId xmlns:a16="http://schemas.microsoft.com/office/drawing/2014/main" id="{B745B27E-0308-790F-0DC9-AD2B78D533D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256" y="3360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D" sz="2316"/>
            </a:p>
          </p:txBody>
        </p:sp>
        <p:sp>
          <p:nvSpPr>
            <p:cNvPr id="20" name="Line 91">
              <a:extLst>
                <a:ext uri="{FF2B5EF4-FFF2-40B4-BE49-F238E27FC236}">
                  <a16:creationId xmlns:a16="http://schemas.microsoft.com/office/drawing/2014/main" id="{F445BF08-3CF4-D88C-3148-195E77C4A36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488" y="3360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D" sz="2316"/>
            </a:p>
          </p:txBody>
        </p:sp>
        <p:sp>
          <p:nvSpPr>
            <p:cNvPr id="21" name="Line 92">
              <a:extLst>
                <a:ext uri="{FF2B5EF4-FFF2-40B4-BE49-F238E27FC236}">
                  <a16:creationId xmlns:a16="http://schemas.microsoft.com/office/drawing/2014/main" id="{1391741D-C67F-93BF-8771-ACECD93716E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28" y="3360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D" sz="2316"/>
            </a:p>
          </p:txBody>
        </p:sp>
      </p:grpSp>
    </p:spTree>
    <p:extLst>
      <p:ext uri="{BB962C8B-B14F-4D97-AF65-F5344CB8AC3E}">
        <p14:creationId xmlns:p14="http://schemas.microsoft.com/office/powerpoint/2010/main" val="31194101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>
            <a:extLst>
              <a:ext uri="{FF2B5EF4-FFF2-40B4-BE49-F238E27FC236}">
                <a16:creationId xmlns:a16="http://schemas.microsoft.com/office/drawing/2014/main" id="{7529C2CA-AE84-99B4-F76B-CA930C6151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567987" y="840316"/>
            <a:ext cx="4935827" cy="874778"/>
          </a:xfrm>
        </p:spPr>
        <p:txBody>
          <a:bodyPr>
            <a:noAutofit/>
          </a:bodyPr>
          <a:lstStyle/>
          <a:p>
            <a:r>
              <a:rPr lang="en-US" altLang="en-US" sz="4400" dirty="0"/>
              <a:t>Example</a:t>
            </a:r>
          </a:p>
        </p:txBody>
      </p:sp>
      <p:grpSp>
        <p:nvGrpSpPr>
          <p:cNvPr id="22" name="Group 1054">
            <a:extLst>
              <a:ext uri="{FF2B5EF4-FFF2-40B4-BE49-F238E27FC236}">
                <a16:creationId xmlns:a16="http://schemas.microsoft.com/office/drawing/2014/main" id="{8F14AE96-02D9-BE79-AE13-AF6BEAEFD892}"/>
              </a:ext>
            </a:extLst>
          </p:cNvPr>
          <p:cNvGrpSpPr>
            <a:grpSpLocks/>
          </p:cNvGrpSpPr>
          <p:nvPr/>
        </p:nvGrpSpPr>
        <p:grpSpPr bwMode="auto">
          <a:xfrm>
            <a:off x="8335751" y="0"/>
            <a:ext cx="2352887" cy="1680633"/>
            <a:chOff x="4320" y="48"/>
            <a:chExt cx="1344" cy="960"/>
          </a:xfrm>
        </p:grpSpPr>
        <p:sp>
          <p:nvSpPr>
            <p:cNvPr id="23" name="Rectangle 1053">
              <a:extLst>
                <a:ext uri="{FF2B5EF4-FFF2-40B4-BE49-F238E27FC236}">
                  <a16:creationId xmlns:a16="http://schemas.microsoft.com/office/drawing/2014/main" id="{F3C01C1D-D865-557E-BCFF-CF22352980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0" y="48"/>
              <a:ext cx="1344" cy="960"/>
            </a:xfrm>
            <a:prstGeom prst="rect">
              <a:avLst/>
            </a:prstGeom>
            <a:solidFill>
              <a:srgbClr val="F0D27E"/>
            </a:solidFill>
            <a:ln w="28575">
              <a:solidFill>
                <a:srgbClr val="CC0066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endParaRPr lang="en-ID" sz="2316"/>
            </a:p>
          </p:txBody>
        </p:sp>
        <p:pic>
          <p:nvPicPr>
            <p:cNvPr id="24" name="Picture 1052">
              <a:extLst>
                <a:ext uri="{FF2B5EF4-FFF2-40B4-BE49-F238E27FC236}">
                  <a16:creationId xmlns:a16="http://schemas.microsoft.com/office/drawing/2014/main" id="{4549AF70-CF9A-216E-1E52-39FFF31A321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16" y="144"/>
              <a:ext cx="1152" cy="80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8" name="Rectangle 4">
            <a:extLst>
              <a:ext uri="{FF2B5EF4-FFF2-40B4-BE49-F238E27FC236}">
                <a16:creationId xmlns:a16="http://schemas.microsoft.com/office/drawing/2014/main" id="{7037E7B5-34C5-7F32-2EF3-BFB7531724BC}"/>
              </a:ext>
            </a:extLst>
          </p:cNvPr>
          <p:cNvSpPr txBox="1">
            <a:spLocks noChangeArrowheads="1"/>
          </p:cNvSpPr>
          <p:nvPr/>
        </p:nvSpPr>
        <p:spPr>
          <a:xfrm>
            <a:off x="1111353" y="1700194"/>
            <a:ext cx="6638502" cy="1317333"/>
          </a:xfrm>
          <a:prstGeom prst="rect">
            <a:avLst/>
          </a:prstGeom>
          <a:noFill/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>
            <a:lvl1pPr marL="267218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1pPr>
            <a:lvl2pPr marL="534436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2pPr>
            <a:lvl3pPr marL="801654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3pPr>
            <a:lvl4pPr marL="1068873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4pPr>
            <a:lvl5pPr marL="1336091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5pPr>
            <a:lvl6pPr marL="1603309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1870527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2137745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2404963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fontAlgn="auto"/>
            <a:r>
              <a:rPr lang="en-US" altLang="ko-KR" sz="2800" kern="0" dirty="0"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Would it be unusual to find that none of the shots hit the target?</a:t>
            </a:r>
            <a:endParaRPr lang="en-US" altLang="ko-KR" sz="2800" b="1" kern="0" dirty="0">
              <a:solidFill>
                <a:srgbClr val="333333"/>
              </a:solidFill>
              <a:latin typeface="Open Sans Semibold" panose="020B0706030804020204" pitchFamily="34" charset="0"/>
              <a:ea typeface="Open Sans Semibold" panose="020B0706030804020204" pitchFamily="34" charset="0"/>
              <a:cs typeface="Open Sans Semibold" panose="020B0706030804020204" pitchFamily="34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F4B5716A-B3A4-143E-9337-29210654B201}"/>
              </a:ext>
            </a:extLst>
          </p:cNvPr>
          <p:cNvGrpSpPr>
            <a:grpSpLocks/>
          </p:cNvGrpSpPr>
          <p:nvPr/>
        </p:nvGrpSpPr>
        <p:grpSpPr bwMode="auto">
          <a:xfrm>
            <a:off x="1237401" y="3566377"/>
            <a:ext cx="3697393" cy="3025140"/>
            <a:chOff x="1776" y="1728"/>
            <a:chExt cx="2112" cy="1728"/>
          </a:xfrm>
        </p:grpSpPr>
        <p:sp>
          <p:nvSpPr>
            <p:cNvPr id="14" name="Rectangle 9">
              <a:extLst>
                <a:ext uri="{FF2B5EF4-FFF2-40B4-BE49-F238E27FC236}">
                  <a16:creationId xmlns:a16="http://schemas.microsoft.com/office/drawing/2014/main" id="{A2FC0984-8071-7B44-F242-477638A998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76" y="1728"/>
              <a:ext cx="2112" cy="1728"/>
            </a:xfrm>
            <a:prstGeom prst="rect">
              <a:avLst/>
            </a:prstGeom>
            <a:solidFill>
              <a:srgbClr val="F0D27E"/>
            </a:solidFill>
            <a:ln w="28575">
              <a:solidFill>
                <a:srgbClr val="CC0066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endParaRPr lang="en-ID" sz="2316"/>
            </a:p>
          </p:txBody>
        </p:sp>
        <p:pic>
          <p:nvPicPr>
            <p:cNvPr id="15" name="Picture 10">
              <a:extLst>
                <a:ext uri="{FF2B5EF4-FFF2-40B4-BE49-F238E27FC236}">
                  <a16:creationId xmlns:a16="http://schemas.microsoft.com/office/drawing/2014/main" id="{97BB1BCE-49E1-4B8C-63A4-6E56FA27351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24" y="1816"/>
              <a:ext cx="1992" cy="154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aphicFrame>
        <p:nvGraphicFramePr>
          <p:cNvPr id="25" name="Object 11">
            <a:extLst>
              <a:ext uri="{FF2B5EF4-FFF2-40B4-BE49-F238E27FC236}">
                <a16:creationId xmlns:a16="http://schemas.microsoft.com/office/drawing/2014/main" id="{141243AE-564C-080F-1CC3-076E9015706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34000991"/>
              </p:ext>
            </p:extLst>
          </p:nvPr>
        </p:nvGraphicFramePr>
        <p:xfrm>
          <a:off x="5270921" y="2642029"/>
          <a:ext cx="2526203" cy="6424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622080" imgH="139680" progId="Equation.3">
                  <p:embed/>
                </p:oleObj>
              </mc:Choice>
              <mc:Fallback>
                <p:oleObj name="Equation" r:id="rId4" imgW="622080" imgH="139680" progId="Equation.3">
                  <p:embed/>
                  <p:pic>
                    <p:nvPicPr>
                      <p:cNvPr id="25" name="Object 11">
                        <a:extLst>
                          <a:ext uri="{FF2B5EF4-FFF2-40B4-BE49-F238E27FC236}">
                            <a16:creationId xmlns:a16="http://schemas.microsoft.com/office/drawing/2014/main" id="{141243AE-564C-080F-1CC3-076E9015706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70921" y="2642029"/>
                        <a:ext cx="2526203" cy="642493"/>
                      </a:xfrm>
                      <a:prstGeom prst="rect">
                        <a:avLst/>
                      </a:prstGeom>
                      <a:solidFill>
                        <a:srgbClr val="F4ECC6"/>
                      </a:solidFill>
                      <a:ln w="28575">
                        <a:solidFill>
                          <a:srgbClr val="CC0066"/>
                        </a:solidFill>
                        <a:miter lim="800000"/>
                        <a:headEnd/>
                        <a:tailEnd/>
                      </a:ln>
                      <a:effectLst>
                        <a:outerShdw dist="107763" dir="2700000" algn="ctr" rotWithShape="0">
                          <a:srgbClr val="808080"/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6" name="Group 15">
            <a:extLst>
              <a:ext uri="{FF2B5EF4-FFF2-40B4-BE49-F238E27FC236}">
                <a16:creationId xmlns:a16="http://schemas.microsoft.com/office/drawing/2014/main" id="{827B6B21-F872-218E-7CA2-9A4B4F269498}"/>
              </a:ext>
            </a:extLst>
          </p:cNvPr>
          <p:cNvGrpSpPr>
            <a:grpSpLocks/>
          </p:cNvGrpSpPr>
          <p:nvPr/>
        </p:nvGrpSpPr>
        <p:grpSpPr bwMode="auto">
          <a:xfrm>
            <a:off x="3674319" y="6255391"/>
            <a:ext cx="588222" cy="1204454"/>
            <a:chOff x="1632" y="3168"/>
            <a:chExt cx="336" cy="688"/>
          </a:xfrm>
        </p:grpSpPr>
        <p:sp>
          <p:nvSpPr>
            <p:cNvPr id="27" name="Text Box 16">
              <a:extLst>
                <a:ext uri="{FF2B5EF4-FFF2-40B4-BE49-F238E27FC236}">
                  <a16:creationId xmlns:a16="http://schemas.microsoft.com/office/drawing/2014/main" id="{C56F564B-61A5-6290-CBEC-6047A9A3C5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32" y="3600"/>
              <a:ext cx="336" cy="25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ko-KR" sz="2316">
                  <a:solidFill>
                    <a:srgbClr val="3333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Symbol" panose="05050102010706020507" pitchFamily="18" charset="2"/>
                  <a:ea typeface="굴림" panose="020B0600000101010101" pitchFamily="34" charset="-127"/>
                </a:rPr>
                <a:t>m</a:t>
              </a:r>
            </a:p>
          </p:txBody>
        </p:sp>
        <p:sp>
          <p:nvSpPr>
            <p:cNvPr id="28" name="Line 17">
              <a:extLst>
                <a:ext uri="{FF2B5EF4-FFF2-40B4-BE49-F238E27FC236}">
                  <a16:creationId xmlns:a16="http://schemas.microsoft.com/office/drawing/2014/main" id="{CD376238-D22B-72E0-DC5C-87B2FAC28F6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28" y="3168"/>
              <a:ext cx="0" cy="5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D" sz="2316"/>
            </a:p>
          </p:txBody>
        </p:sp>
      </p:grpSp>
      <p:sp>
        <p:nvSpPr>
          <p:cNvPr id="29" name="Rectangle 23">
            <a:extLst>
              <a:ext uri="{FF2B5EF4-FFF2-40B4-BE49-F238E27FC236}">
                <a16:creationId xmlns:a16="http://schemas.microsoft.com/office/drawing/2014/main" id="{A79FB04C-1501-E321-1A0F-D7BE26D183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4952" y="3482345"/>
            <a:ext cx="4705773" cy="6722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20000"/>
              </a:spcBef>
              <a:buFontTx/>
              <a:buChar char="•"/>
            </a:pPr>
            <a:r>
              <a:rPr lang="en-US" altLang="ko-KR" sz="3529">
                <a:solidFill>
                  <a:srgbClr val="339933"/>
                </a:solidFill>
                <a:ea typeface="굴림" panose="020B0600000101010101" pitchFamily="34" charset="-127"/>
              </a:rPr>
              <a:t>The value </a:t>
            </a:r>
            <a:r>
              <a:rPr lang="en-US" altLang="ko-KR" sz="3529" i="1">
                <a:solidFill>
                  <a:srgbClr val="339933"/>
                </a:solidFill>
                <a:ea typeface="굴림" panose="020B0600000101010101" pitchFamily="34" charset="-127"/>
              </a:rPr>
              <a:t>x</a:t>
            </a:r>
            <a:r>
              <a:rPr lang="en-US" altLang="ko-KR" sz="3529">
                <a:solidFill>
                  <a:srgbClr val="339933"/>
                </a:solidFill>
                <a:ea typeface="굴림" panose="020B0600000101010101" pitchFamily="34" charset="-127"/>
              </a:rPr>
              <a:t> = 0 lies</a:t>
            </a:r>
            <a:endParaRPr lang="en-US" altLang="ko-KR" sz="3529">
              <a:solidFill>
                <a:srgbClr val="333333"/>
              </a:solidFill>
              <a:ea typeface="굴림" panose="020B0600000101010101" pitchFamily="34" charset="-127"/>
            </a:endParaRPr>
          </a:p>
        </p:txBody>
      </p:sp>
      <p:graphicFrame>
        <p:nvGraphicFramePr>
          <p:cNvPr id="30" name="Object 24">
            <a:extLst>
              <a:ext uri="{FF2B5EF4-FFF2-40B4-BE49-F238E27FC236}">
                <a16:creationId xmlns:a16="http://schemas.microsoft.com/office/drawing/2014/main" id="{CAF0A477-DCD6-DA6A-AA8D-7BE0A37728F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22263782"/>
              </p:ext>
            </p:extLst>
          </p:nvPr>
        </p:nvGraphicFramePr>
        <p:xfrm>
          <a:off x="5775111" y="4154598"/>
          <a:ext cx="3949488" cy="9873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574640" imgH="393480" progId="Equation.3">
                  <p:embed/>
                </p:oleObj>
              </mc:Choice>
              <mc:Fallback>
                <p:oleObj name="Equation" r:id="rId6" imgW="1574640" imgH="393480" progId="Equation.3">
                  <p:embed/>
                  <p:pic>
                    <p:nvPicPr>
                      <p:cNvPr id="30" name="Object 24">
                        <a:extLst>
                          <a:ext uri="{FF2B5EF4-FFF2-40B4-BE49-F238E27FC236}">
                            <a16:creationId xmlns:a16="http://schemas.microsoft.com/office/drawing/2014/main" id="{CAF0A477-DCD6-DA6A-AA8D-7BE0A37728F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75111" y="4154598"/>
                        <a:ext cx="3949488" cy="987372"/>
                      </a:xfrm>
                      <a:prstGeom prst="rect">
                        <a:avLst/>
                      </a:prstGeom>
                      <a:solidFill>
                        <a:srgbClr val="CC0066"/>
                      </a:solidFill>
                      <a:ln w="28575">
                        <a:solidFill>
                          <a:srgbClr val="F4ECC6"/>
                        </a:solidFill>
                        <a:miter lim="800000"/>
                        <a:headEnd/>
                        <a:tailEnd/>
                      </a:ln>
                      <a:effectLst>
                        <a:outerShdw dist="107763" dir="2700000" algn="ctr" rotWithShape="0">
                          <a:srgbClr val="808080"/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" name="Rectangle 25">
            <a:extLst>
              <a:ext uri="{FF2B5EF4-FFF2-40B4-BE49-F238E27FC236}">
                <a16:creationId xmlns:a16="http://schemas.microsoft.com/office/drawing/2014/main" id="{B22FCA5A-0787-F1BF-ADB5-F5C8A58359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6889" y="5247010"/>
            <a:ext cx="4957868" cy="16806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20000"/>
              </a:spcBef>
              <a:buFontTx/>
              <a:buChar char="•"/>
            </a:pPr>
            <a:r>
              <a:rPr lang="en-US" altLang="ko-KR" sz="3529">
                <a:solidFill>
                  <a:srgbClr val="339933"/>
                </a:solidFill>
                <a:ea typeface="굴림" panose="020B0600000101010101" pitchFamily="34" charset="-127"/>
              </a:rPr>
              <a:t>more than 4 standard deviations below the mean. Very unusual.</a:t>
            </a:r>
            <a:endParaRPr lang="en-US" altLang="ko-KR" sz="3529" i="1">
              <a:solidFill>
                <a:srgbClr val="339933"/>
              </a:solidFill>
              <a:ea typeface="굴림" panose="020B0600000101010101" pitchFamily="34" charset="-127"/>
            </a:endParaRPr>
          </a:p>
        </p:txBody>
      </p:sp>
      <p:grpSp>
        <p:nvGrpSpPr>
          <p:cNvPr id="32" name="Group 28">
            <a:extLst>
              <a:ext uri="{FF2B5EF4-FFF2-40B4-BE49-F238E27FC236}">
                <a16:creationId xmlns:a16="http://schemas.microsoft.com/office/drawing/2014/main" id="{2C54867D-85C6-BDCD-CE5F-CB7D61EF6587}"/>
              </a:ext>
            </a:extLst>
          </p:cNvPr>
          <p:cNvGrpSpPr>
            <a:grpSpLocks/>
          </p:cNvGrpSpPr>
          <p:nvPr/>
        </p:nvGrpSpPr>
        <p:grpSpPr bwMode="auto">
          <a:xfrm>
            <a:off x="2161749" y="6339422"/>
            <a:ext cx="2520950" cy="0"/>
            <a:chOff x="1056" y="3360"/>
            <a:chExt cx="1440" cy="0"/>
          </a:xfrm>
        </p:grpSpPr>
        <p:sp>
          <p:nvSpPr>
            <p:cNvPr id="33" name="Line 19">
              <a:extLst>
                <a:ext uri="{FF2B5EF4-FFF2-40B4-BE49-F238E27FC236}">
                  <a16:creationId xmlns:a16="http://schemas.microsoft.com/office/drawing/2014/main" id="{54970A19-FD11-440B-5BE9-9681B42B33F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256" y="3360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D" sz="2316"/>
            </a:p>
          </p:txBody>
        </p:sp>
        <p:sp>
          <p:nvSpPr>
            <p:cNvPr id="34" name="Line 20">
              <a:extLst>
                <a:ext uri="{FF2B5EF4-FFF2-40B4-BE49-F238E27FC236}">
                  <a16:creationId xmlns:a16="http://schemas.microsoft.com/office/drawing/2014/main" id="{3204C7D1-AB2E-546F-0AF0-A8E01EA6510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488" y="3360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D" sz="2316"/>
            </a:p>
          </p:txBody>
        </p:sp>
        <p:sp>
          <p:nvSpPr>
            <p:cNvPr id="35" name="Line 21">
              <a:extLst>
                <a:ext uri="{FF2B5EF4-FFF2-40B4-BE49-F238E27FC236}">
                  <a16:creationId xmlns:a16="http://schemas.microsoft.com/office/drawing/2014/main" id="{80A3AF82-8B88-6A4C-2121-F86C89B7A55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28" y="3360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D" sz="2316"/>
            </a:p>
          </p:txBody>
        </p:sp>
        <p:sp>
          <p:nvSpPr>
            <p:cNvPr id="36" name="Line 22">
              <a:extLst>
                <a:ext uri="{FF2B5EF4-FFF2-40B4-BE49-F238E27FC236}">
                  <a16:creationId xmlns:a16="http://schemas.microsoft.com/office/drawing/2014/main" id="{D5E59D5F-827B-692F-23BF-410E9075323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016" y="3360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D" sz="2316"/>
            </a:p>
          </p:txBody>
        </p:sp>
        <p:sp>
          <p:nvSpPr>
            <p:cNvPr id="37" name="Line 26">
              <a:extLst>
                <a:ext uri="{FF2B5EF4-FFF2-40B4-BE49-F238E27FC236}">
                  <a16:creationId xmlns:a16="http://schemas.microsoft.com/office/drawing/2014/main" id="{FF1D6F58-1F85-2931-65EE-9ACB63A39FE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296" y="3360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D" sz="2316"/>
            </a:p>
          </p:txBody>
        </p:sp>
        <p:sp>
          <p:nvSpPr>
            <p:cNvPr id="38" name="Line 27">
              <a:extLst>
                <a:ext uri="{FF2B5EF4-FFF2-40B4-BE49-F238E27FC236}">
                  <a16:creationId xmlns:a16="http://schemas.microsoft.com/office/drawing/2014/main" id="{41319FD4-A7BD-5A16-FE72-B75AD74413E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56" y="3360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D" sz="2316"/>
            </a:p>
          </p:txBody>
        </p:sp>
      </p:grpSp>
    </p:spTree>
    <p:extLst>
      <p:ext uri="{BB962C8B-B14F-4D97-AF65-F5344CB8AC3E}">
        <p14:creationId xmlns:p14="http://schemas.microsoft.com/office/powerpoint/2010/main" val="812786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7" presetClass="entr" presetSubtype="4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2000"/>
                            </p:stCondLst>
                            <p:childTnLst>
                              <p:par>
                                <p:cTn id="16" presetID="9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utoUpdateAnimBg="0"/>
      <p:bldP spid="31" grpId="0" autoUpdateAnimBg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7792F0D7-57FE-6E36-B6A9-29D4042C43B0}"/>
              </a:ext>
            </a:extLst>
          </p:cNvPr>
          <p:cNvSpPr txBox="1"/>
          <p:nvPr/>
        </p:nvSpPr>
        <p:spPr>
          <a:xfrm>
            <a:off x="1648048" y="3119705"/>
            <a:ext cx="7208874" cy="132343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ctr" defTabSz="400827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en-US" sz="4000" b="1" i="0" u="none" strike="noStrike" kern="0" cap="none" spc="-75" normalizeH="0" baseline="0" noProof="0" dirty="0">
                <a:ln>
                  <a:noFill/>
                </a:ln>
                <a:solidFill>
                  <a:srgbClr val="0079B8"/>
                </a:solidFill>
                <a:effectLst/>
                <a:uLnTx/>
                <a:uFillTx/>
                <a:latin typeface="Open Sans"/>
                <a:ea typeface="Open Sans ExtraBold" panose="020B0606030504020204" pitchFamily="34" charset="0"/>
                <a:cs typeface="Open Sans ExtraBold" panose="020B0606030504020204" pitchFamily="34" charset="0"/>
                <a:sym typeface="Helvetica Neue"/>
              </a:rPr>
              <a:t>The Poisson Probability Distributions</a:t>
            </a:r>
            <a:endParaRPr lang="en-ID" sz="4400" b="1" dirty="0">
              <a:solidFill>
                <a:srgbClr val="00B0F0"/>
              </a:solidFill>
              <a:latin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2811350306"/>
      </p:ext>
    </p:extLst>
  </p:cSld>
  <p:clrMapOvr>
    <a:masterClrMapping/>
  </p:clrMapOvr>
  <p:transition spd="med"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>
            <a:extLst>
              <a:ext uri="{FF2B5EF4-FFF2-40B4-BE49-F238E27FC236}">
                <a16:creationId xmlns:a16="http://schemas.microsoft.com/office/drawing/2014/main" id="{7529C2CA-AE84-99B4-F76B-CA930C6151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506256" y="489290"/>
            <a:ext cx="6638502" cy="874778"/>
          </a:xfrm>
        </p:spPr>
        <p:txBody>
          <a:bodyPr>
            <a:noAutofit/>
          </a:bodyPr>
          <a:lstStyle/>
          <a:p>
            <a:pPr algn="ctr"/>
            <a:r>
              <a:rPr lang="en-US" altLang="en-US" sz="4000" dirty="0"/>
              <a:t>The Poisson Random Variable</a:t>
            </a: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8931418F-6E22-FD6D-64AD-44D2B65AF6D4}"/>
              </a:ext>
            </a:extLst>
          </p:cNvPr>
          <p:cNvSpPr txBox="1">
            <a:spLocks noChangeArrowheads="1"/>
          </p:cNvSpPr>
          <p:nvPr/>
        </p:nvSpPr>
        <p:spPr>
          <a:xfrm>
            <a:off x="1058704" y="1667606"/>
            <a:ext cx="8991388" cy="15966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 fontScale="92500" lnSpcReduction="10000"/>
          </a:bodyPr>
          <a:lstStyle>
            <a:lvl1pPr marL="267218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1pPr>
            <a:lvl2pPr marL="534436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2pPr>
            <a:lvl3pPr marL="801654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3pPr>
            <a:lvl4pPr marL="1068873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4pPr>
            <a:lvl5pPr marL="1336091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5pPr>
            <a:lvl6pPr marL="1603309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1870527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2137745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2404963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fontAlgn="auto"/>
            <a:r>
              <a:rPr lang="en-US" altLang="ko-KR" sz="3200" kern="0" dirty="0"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The Poisson random variable </a:t>
            </a:r>
            <a:r>
              <a:rPr lang="en-US" altLang="ko-KR" sz="3200" i="1" kern="0" dirty="0"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X</a:t>
            </a:r>
            <a:r>
              <a:rPr lang="en-US" altLang="ko-KR" sz="3200" kern="0" dirty="0"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 is a model for data that represent the number of occurrences of a specified event in a given unit of time or space.</a:t>
            </a: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3DE83C88-ADEA-BA52-2916-27805CA280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7602" y="3468618"/>
            <a:ext cx="9243483" cy="38040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20000"/>
              </a:spcBef>
              <a:buFontTx/>
              <a:buChar char="•"/>
            </a:pPr>
            <a:r>
              <a:rPr lang="en-US" altLang="ko-KR" sz="3529" dirty="0"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anose="020B0600000101010101" pitchFamily="34" charset="-127"/>
              </a:rPr>
              <a:t>Examples:</a:t>
            </a:r>
          </a:p>
          <a:p>
            <a:pPr lvl="1">
              <a:spcBef>
                <a:spcPct val="20000"/>
              </a:spcBef>
              <a:buFontTx/>
              <a:buChar char="•"/>
            </a:pPr>
            <a:r>
              <a:rPr lang="en-US" altLang="ko-KR" sz="3529" dirty="0">
                <a:solidFill>
                  <a:srgbClr val="CC0066"/>
                </a:solidFill>
                <a:ea typeface="굴림" panose="020B0600000101010101" pitchFamily="34" charset="-127"/>
              </a:rPr>
              <a:t>The number of calls received by a switchboard during a given period of time.</a:t>
            </a:r>
          </a:p>
          <a:p>
            <a:pPr lvl="1">
              <a:spcBef>
                <a:spcPct val="20000"/>
              </a:spcBef>
              <a:buFontTx/>
              <a:buChar char="•"/>
            </a:pPr>
            <a:r>
              <a:rPr lang="en-US" altLang="ko-KR" sz="3529" dirty="0">
                <a:solidFill>
                  <a:srgbClr val="CC0066"/>
                </a:solidFill>
                <a:ea typeface="굴림" panose="020B0600000101010101" pitchFamily="34" charset="-127"/>
              </a:rPr>
              <a:t>The number of machine breakdowns in a day</a:t>
            </a:r>
          </a:p>
          <a:p>
            <a:pPr lvl="1">
              <a:spcBef>
                <a:spcPct val="20000"/>
              </a:spcBef>
              <a:buFontTx/>
              <a:buChar char="•"/>
            </a:pPr>
            <a:r>
              <a:rPr lang="en-US" altLang="ko-KR" sz="3529" dirty="0">
                <a:solidFill>
                  <a:srgbClr val="CC0066"/>
                </a:solidFill>
                <a:ea typeface="굴림" panose="020B0600000101010101" pitchFamily="34" charset="-127"/>
              </a:rPr>
              <a:t>The number of traffic accidents at a given intersection during a given time period.</a:t>
            </a:r>
          </a:p>
        </p:txBody>
      </p:sp>
      <p:sp>
        <p:nvSpPr>
          <p:cNvPr id="4" name="Line 14">
            <a:extLst>
              <a:ext uri="{FF2B5EF4-FFF2-40B4-BE49-F238E27FC236}">
                <a16:creationId xmlns:a16="http://schemas.microsoft.com/office/drawing/2014/main" id="{88620810-71D1-22BA-471A-D242B45D3C9C}"/>
              </a:ext>
            </a:extLst>
          </p:cNvPr>
          <p:cNvSpPr>
            <a:spLocks noChangeShapeType="1"/>
          </p:cNvSpPr>
          <p:nvPr/>
        </p:nvSpPr>
        <p:spPr bwMode="auto">
          <a:xfrm>
            <a:off x="1091633" y="3384587"/>
            <a:ext cx="8403167" cy="0"/>
          </a:xfrm>
          <a:prstGeom prst="line">
            <a:avLst/>
          </a:prstGeom>
          <a:noFill/>
          <a:ln w="57150" cmpd="thinThick">
            <a:solidFill>
              <a:srgbClr val="CC006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D" sz="2316"/>
          </a:p>
        </p:txBody>
      </p:sp>
    </p:spTree>
    <p:extLst>
      <p:ext uri="{BB962C8B-B14F-4D97-AF65-F5344CB8AC3E}">
        <p14:creationId xmlns:p14="http://schemas.microsoft.com/office/powerpoint/2010/main" val="23654808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bldLvl="2" autoUpdateAnimBg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>
            <a:extLst>
              <a:ext uri="{FF2B5EF4-FFF2-40B4-BE49-F238E27FC236}">
                <a16:creationId xmlns:a16="http://schemas.microsoft.com/office/drawing/2014/main" id="{7529C2CA-AE84-99B4-F76B-CA930C6151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506256" y="489290"/>
            <a:ext cx="6638502" cy="874778"/>
          </a:xfrm>
        </p:spPr>
        <p:txBody>
          <a:bodyPr>
            <a:noAutofit/>
          </a:bodyPr>
          <a:lstStyle/>
          <a:p>
            <a:pPr algn="ctr"/>
            <a:r>
              <a:rPr lang="en-US" altLang="en-US" sz="4000" dirty="0"/>
              <a:t>The Poisson Probability </a:t>
            </a:r>
            <a:br>
              <a:rPr lang="en-US" altLang="en-US" sz="4000" dirty="0"/>
            </a:br>
            <a:r>
              <a:rPr lang="en-US" altLang="en-US" sz="4000" dirty="0"/>
              <a:t>Distribution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7714EB7-7B9C-C3EE-1168-E0FD794BEE7C}"/>
              </a:ext>
            </a:extLst>
          </p:cNvPr>
          <p:cNvSpPr txBox="1">
            <a:spLocks noChangeArrowheads="1"/>
          </p:cNvSpPr>
          <p:nvPr/>
        </p:nvSpPr>
        <p:spPr>
          <a:xfrm>
            <a:off x="1079969" y="1628501"/>
            <a:ext cx="9424997" cy="1932728"/>
          </a:xfrm>
          <a:prstGeom prst="rect">
            <a:avLst/>
          </a:prstGeom>
          <a:noFill/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>
            <a:lvl1pPr marL="267218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1pPr>
            <a:lvl2pPr marL="534436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2pPr>
            <a:lvl3pPr marL="801654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3pPr>
            <a:lvl4pPr marL="1068873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4pPr>
            <a:lvl5pPr marL="1336091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5pPr>
            <a:lvl6pPr marL="1603309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1870527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2137745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2404963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fontAlgn="auto"/>
            <a:r>
              <a:rPr lang="en-US" altLang="ko-KR" sz="2800" b="1" i="1" kern="0" dirty="0">
                <a:solidFill>
                  <a:schemeClr val="accent5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x</a:t>
            </a:r>
            <a:r>
              <a:rPr lang="en-US" altLang="ko-KR" sz="2800" i="1" kern="0" dirty="0"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 </a:t>
            </a:r>
            <a:r>
              <a:rPr lang="en-US" altLang="ko-KR" sz="2800" kern="0" dirty="0"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is the number of events that occur in a period of time or space during which an average of </a:t>
            </a:r>
            <a:r>
              <a:rPr lang="en-US" altLang="ko-KR" sz="2800" b="1" dirty="0">
                <a:solidFill>
                  <a:schemeClr val="accent5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Symbol" panose="05050102010706020507" pitchFamily="18" charset="2"/>
                <a:ea typeface="굴림" panose="020B0600000101010101" pitchFamily="34" charset="-127"/>
              </a:rPr>
              <a:t>m</a:t>
            </a:r>
            <a:r>
              <a:rPr lang="en-US" altLang="ko-KR" sz="2800" kern="0" dirty="0"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 such events can be expected to occur. The probability of </a:t>
            </a:r>
            <a:r>
              <a:rPr lang="en-US" altLang="ko-KR" sz="2800" i="1" kern="0" dirty="0"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k</a:t>
            </a:r>
            <a:r>
              <a:rPr lang="en-US" altLang="ko-KR" sz="2800" kern="0" dirty="0"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 occurrences of this event is</a:t>
            </a:r>
          </a:p>
        </p:txBody>
      </p:sp>
      <p:grpSp>
        <p:nvGrpSpPr>
          <p:cNvPr id="6" name="Group 11">
            <a:extLst>
              <a:ext uri="{FF2B5EF4-FFF2-40B4-BE49-F238E27FC236}">
                <a16:creationId xmlns:a16="http://schemas.microsoft.com/office/drawing/2014/main" id="{C61B1F2C-B5AE-9E85-548A-DD62D9C67601}"/>
              </a:ext>
            </a:extLst>
          </p:cNvPr>
          <p:cNvGrpSpPr>
            <a:grpSpLocks/>
          </p:cNvGrpSpPr>
          <p:nvPr/>
        </p:nvGrpSpPr>
        <p:grpSpPr bwMode="auto">
          <a:xfrm>
            <a:off x="2221687" y="3568410"/>
            <a:ext cx="6134312" cy="3783174"/>
            <a:chOff x="1056" y="2112"/>
            <a:chExt cx="3504" cy="2161"/>
          </a:xfrm>
        </p:grpSpPr>
        <p:sp>
          <p:nvSpPr>
            <p:cNvPr id="8" name="Text Box 7">
              <a:extLst>
                <a:ext uri="{FF2B5EF4-FFF2-40B4-BE49-F238E27FC236}">
                  <a16:creationId xmlns:a16="http://schemas.microsoft.com/office/drawing/2014/main" id="{BB0C38B0-D515-7D98-AF86-CCF0BAE9B67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56" y="2112"/>
              <a:ext cx="3504" cy="2161"/>
            </a:xfrm>
            <a:prstGeom prst="rect">
              <a:avLst/>
            </a:prstGeom>
            <a:solidFill>
              <a:srgbClr val="F4ECC6"/>
            </a:solidFill>
            <a:ln w="28575">
              <a:solidFill>
                <a:srgbClr val="CC0066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endParaRPr lang="ko-KR" altLang="en-US" sz="2316" dirty="0">
                <a:ea typeface="굴림" panose="020B0600000101010101" pitchFamily="34" charset="-127"/>
              </a:endParaRPr>
            </a:p>
            <a:p>
              <a:pPr>
                <a:spcBef>
                  <a:spcPct val="50000"/>
                </a:spcBef>
              </a:pPr>
              <a:endParaRPr lang="ko-KR" altLang="en-US" sz="2316" dirty="0">
                <a:ea typeface="굴림" panose="020B0600000101010101" pitchFamily="34" charset="-127"/>
              </a:endParaRPr>
            </a:p>
            <a:p>
              <a:pPr>
                <a:spcBef>
                  <a:spcPct val="50000"/>
                </a:spcBef>
              </a:pPr>
              <a:r>
                <a:rPr lang="en-US" altLang="ko-KR" sz="2800" dirty="0">
                  <a:solidFill>
                    <a:srgbClr val="333333"/>
                  </a:solidFill>
                  <a:ea typeface="굴림" panose="020B0600000101010101" pitchFamily="34" charset="-127"/>
                </a:rPr>
                <a:t>For values of </a:t>
              </a:r>
              <a:r>
                <a:rPr lang="en-US" altLang="ko-KR" sz="2800" i="1" dirty="0">
                  <a:solidFill>
                    <a:srgbClr val="333333"/>
                  </a:solidFill>
                  <a:ea typeface="굴림" panose="020B0600000101010101" pitchFamily="34" charset="-127"/>
                </a:rPr>
                <a:t>k = </a:t>
              </a:r>
              <a:r>
                <a:rPr lang="en-US" altLang="ko-KR" sz="2800" dirty="0">
                  <a:solidFill>
                    <a:srgbClr val="333333"/>
                  </a:solidFill>
                  <a:ea typeface="굴림" panose="020B0600000101010101" pitchFamily="34" charset="-127"/>
                </a:rPr>
                <a:t>0, 1, 2, … The mean and standard deviation of the Poisson random variable are </a:t>
              </a:r>
            </a:p>
            <a:p>
              <a:pPr>
                <a:spcBef>
                  <a:spcPct val="50000"/>
                </a:spcBef>
              </a:pPr>
              <a:r>
                <a:rPr lang="en-US" altLang="ko-KR" sz="2800" dirty="0">
                  <a:solidFill>
                    <a:srgbClr val="333333"/>
                  </a:solidFill>
                  <a:ea typeface="굴림" panose="020B0600000101010101" pitchFamily="34" charset="-127"/>
                </a:rPr>
                <a:t>Mean: </a:t>
              </a:r>
              <a:r>
                <a:rPr lang="en-US" altLang="ko-KR" sz="2800" dirty="0">
                  <a:solidFill>
                    <a:srgbClr val="333333"/>
                  </a:solidFill>
                  <a:latin typeface="Symbol" panose="05050102010706020507" pitchFamily="18" charset="2"/>
                  <a:ea typeface="굴림" panose="020B0600000101010101" pitchFamily="34" charset="-127"/>
                </a:rPr>
                <a:t>m</a:t>
              </a:r>
              <a:endParaRPr lang="en-US" altLang="ko-KR" sz="2800" dirty="0">
                <a:solidFill>
                  <a:srgbClr val="333333"/>
                </a:solidFill>
                <a:ea typeface="굴림" panose="020B0600000101010101" pitchFamily="34" charset="-127"/>
              </a:endParaRPr>
            </a:p>
            <a:p>
              <a:pPr>
                <a:spcBef>
                  <a:spcPct val="50000"/>
                </a:spcBef>
              </a:pPr>
              <a:r>
                <a:rPr lang="en-US" altLang="ko-KR" sz="2800" dirty="0">
                  <a:solidFill>
                    <a:srgbClr val="333333"/>
                  </a:solidFill>
                  <a:ea typeface="굴림" panose="020B0600000101010101" pitchFamily="34" charset="-127"/>
                </a:rPr>
                <a:t>Standard deviation: </a:t>
              </a:r>
            </a:p>
          </p:txBody>
        </p:sp>
        <p:graphicFrame>
          <p:nvGraphicFramePr>
            <p:cNvPr id="9" name="Object 5">
              <a:extLst>
                <a:ext uri="{FF2B5EF4-FFF2-40B4-BE49-F238E27FC236}">
                  <a16:creationId xmlns:a16="http://schemas.microsoft.com/office/drawing/2014/main" id="{CF5BF53A-71E4-699E-4414-FC84BFAA2BF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890" y="2152"/>
            <a:ext cx="1640" cy="59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" imgW="1117440" imgH="419040" progId="Equation.3">
                    <p:embed/>
                  </p:oleObj>
                </mc:Choice>
                <mc:Fallback>
                  <p:oleObj name="Equation" r:id="rId3" imgW="1117440" imgH="419040" progId="Equation.3">
                    <p:embed/>
                    <p:pic>
                      <p:nvPicPr>
                        <p:cNvPr id="9" name="Object 5">
                          <a:extLst>
                            <a:ext uri="{FF2B5EF4-FFF2-40B4-BE49-F238E27FC236}">
                              <a16:creationId xmlns:a16="http://schemas.microsoft.com/office/drawing/2014/main" id="{CF5BF53A-71E4-699E-4414-FC84BFAA2BF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90" y="2152"/>
                          <a:ext cx="1640" cy="59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4ECC6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8575">
                              <a:solidFill>
                                <a:srgbClr val="CC0066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107763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" name="Object 8">
              <a:extLst>
                <a:ext uri="{FF2B5EF4-FFF2-40B4-BE49-F238E27FC236}">
                  <a16:creationId xmlns:a16="http://schemas.microsoft.com/office/drawing/2014/main" id="{0EF82172-A857-0FA0-9A68-BDC36531C43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84225201"/>
                </p:ext>
              </p:extLst>
            </p:nvPr>
          </p:nvGraphicFramePr>
          <p:xfrm>
            <a:off x="2856" y="3952"/>
            <a:ext cx="624" cy="2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" imgW="520560" imgH="253800" progId="Equation.3">
                    <p:embed/>
                  </p:oleObj>
                </mc:Choice>
                <mc:Fallback>
                  <p:oleObj name="Equation" r:id="rId5" imgW="520560" imgH="253800" progId="Equation.3">
                    <p:embed/>
                    <p:pic>
                      <p:nvPicPr>
                        <p:cNvPr id="10" name="Object 8">
                          <a:extLst>
                            <a:ext uri="{FF2B5EF4-FFF2-40B4-BE49-F238E27FC236}">
                              <a16:creationId xmlns:a16="http://schemas.microsoft.com/office/drawing/2014/main" id="{0EF82172-A857-0FA0-9A68-BDC36531C43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56" y="3952"/>
                          <a:ext cx="624" cy="2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4ECC6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8575">
                              <a:solidFill>
                                <a:srgbClr val="CC0066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107763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30957899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>
            <a:extLst>
              <a:ext uri="{FF2B5EF4-FFF2-40B4-BE49-F238E27FC236}">
                <a16:creationId xmlns:a16="http://schemas.microsoft.com/office/drawing/2014/main" id="{7529C2CA-AE84-99B4-F76B-CA930C6151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873692" y="655979"/>
            <a:ext cx="6638502" cy="733454"/>
          </a:xfrm>
        </p:spPr>
        <p:txBody>
          <a:bodyPr>
            <a:noAutofit/>
          </a:bodyPr>
          <a:lstStyle/>
          <a:p>
            <a:pPr algn="ctr"/>
            <a:r>
              <a:rPr lang="en-US" altLang="en-US" sz="4000" dirty="0"/>
              <a:t>Example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FEB737D3-15DF-C272-45D4-362336923B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9696" y="4492784"/>
            <a:ext cx="8655262" cy="1680633"/>
          </a:xfrm>
          <a:prstGeom prst="rect">
            <a:avLst/>
          </a:prstGeom>
          <a:solidFill>
            <a:srgbClr val="F4ECC6"/>
          </a:solidFill>
          <a:ln w="28575">
            <a:solidFill>
              <a:srgbClr val="CC0066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/>
            <a:endParaRPr lang="ko-KR" altLang="en-US" sz="2316">
              <a:solidFill>
                <a:srgbClr val="CC0066"/>
              </a:solidFill>
              <a:ea typeface="굴림" panose="020B0600000101010101" pitchFamily="34" charset="-127"/>
            </a:endParaRPr>
          </a:p>
        </p:txBody>
      </p:sp>
      <p:sp>
        <p:nvSpPr>
          <p:cNvPr id="3" name="Text Box 5">
            <a:extLst>
              <a:ext uri="{FF2B5EF4-FFF2-40B4-BE49-F238E27FC236}">
                <a16:creationId xmlns:a16="http://schemas.microsoft.com/office/drawing/2014/main" id="{3332CAF6-0452-ACF1-7C8C-ED400EA6E5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75664" y="1971834"/>
            <a:ext cx="8739293" cy="22647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3529">
                <a:solidFill>
                  <a:srgbClr val="339933"/>
                </a:solidFill>
                <a:ea typeface="굴림" panose="020B0600000101010101" pitchFamily="34" charset="-127"/>
              </a:rPr>
              <a:t>The average number of traffic accidents on a certain section of highway is two per week. Find the probability of exactly one accident during a one-week period.</a:t>
            </a:r>
            <a:endParaRPr lang="en-US" altLang="ko-KR" sz="3529">
              <a:solidFill>
                <a:srgbClr val="333333"/>
              </a:solidFill>
              <a:effectLst>
                <a:outerShdw blurRad="38100" dist="38100" dir="2700000" algn="tl">
                  <a:srgbClr val="C0C0C0"/>
                </a:outerShdw>
              </a:effectLst>
              <a:ea typeface="굴림" panose="020B0600000101010101" pitchFamily="34" charset="-127"/>
            </a:endParaRPr>
          </a:p>
        </p:txBody>
      </p:sp>
      <p:graphicFrame>
        <p:nvGraphicFramePr>
          <p:cNvPr id="4" name="Object 9">
            <a:extLst>
              <a:ext uri="{FF2B5EF4-FFF2-40B4-BE49-F238E27FC236}">
                <a16:creationId xmlns:a16="http://schemas.microsoft.com/office/drawing/2014/main" id="{F49EDAEA-9392-E709-4D9C-624AC59CD48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48027875"/>
              </p:ext>
            </p:extLst>
          </p:nvPr>
        </p:nvGraphicFramePr>
        <p:xfrm>
          <a:off x="1343727" y="4576816"/>
          <a:ext cx="3370021" cy="13059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079280" imgH="419040" progId="Equation.3">
                  <p:embed/>
                </p:oleObj>
              </mc:Choice>
              <mc:Fallback>
                <p:oleObj name="Equation" r:id="rId3" imgW="1079280" imgH="419040" progId="Equation.3">
                  <p:embed/>
                  <p:pic>
                    <p:nvPicPr>
                      <p:cNvPr id="4" name="Object 9">
                        <a:extLst>
                          <a:ext uri="{FF2B5EF4-FFF2-40B4-BE49-F238E27FC236}">
                            <a16:creationId xmlns:a16="http://schemas.microsoft.com/office/drawing/2014/main" id="{F49EDAEA-9392-E709-4D9C-624AC59CD48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43727" y="4576816"/>
                        <a:ext cx="3370021" cy="130599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4ECC6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rgbClr val="CC0066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107763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0">
            <a:extLst>
              <a:ext uri="{FF2B5EF4-FFF2-40B4-BE49-F238E27FC236}">
                <a16:creationId xmlns:a16="http://schemas.microsoft.com/office/drawing/2014/main" id="{216B3C32-C7C4-FF84-0BDC-782BD200E29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37865695"/>
              </p:ext>
            </p:extLst>
          </p:nvPr>
        </p:nvGraphicFramePr>
        <p:xfrm>
          <a:off x="4620963" y="4492784"/>
          <a:ext cx="5462058" cy="14337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409400" imgH="419040" progId="Equation.3">
                  <p:embed/>
                </p:oleObj>
              </mc:Choice>
              <mc:Fallback>
                <p:oleObj name="Equation" r:id="rId5" imgW="1409400" imgH="419040" progId="Equation.3">
                  <p:embed/>
                  <p:pic>
                    <p:nvPicPr>
                      <p:cNvPr id="11" name="Object 10">
                        <a:extLst>
                          <a:ext uri="{FF2B5EF4-FFF2-40B4-BE49-F238E27FC236}">
                            <a16:creationId xmlns:a16="http://schemas.microsoft.com/office/drawing/2014/main" id="{216B3C32-C7C4-FF84-0BDC-782BD200E29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20963" y="4492784"/>
                        <a:ext cx="5462058" cy="143379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4ECC6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rgbClr val="CC0066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107763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2" name="Group 15">
            <a:extLst>
              <a:ext uri="{FF2B5EF4-FFF2-40B4-BE49-F238E27FC236}">
                <a16:creationId xmlns:a16="http://schemas.microsoft.com/office/drawing/2014/main" id="{5E2A4C59-8279-5993-6E0E-69513A80529A}"/>
              </a:ext>
            </a:extLst>
          </p:cNvPr>
          <p:cNvGrpSpPr>
            <a:grpSpLocks/>
          </p:cNvGrpSpPr>
          <p:nvPr/>
        </p:nvGrpSpPr>
        <p:grpSpPr bwMode="auto">
          <a:xfrm>
            <a:off x="8335751" y="12190"/>
            <a:ext cx="2352887" cy="1176443"/>
            <a:chOff x="4272" y="144"/>
            <a:chExt cx="1344" cy="672"/>
          </a:xfrm>
        </p:grpSpPr>
        <p:sp>
          <p:nvSpPr>
            <p:cNvPr id="13" name="Rectangle 13">
              <a:extLst>
                <a:ext uri="{FF2B5EF4-FFF2-40B4-BE49-F238E27FC236}">
                  <a16:creationId xmlns:a16="http://schemas.microsoft.com/office/drawing/2014/main" id="{72C64A87-BFA0-8EBE-A67F-9A1C729575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72" y="144"/>
              <a:ext cx="1344" cy="672"/>
            </a:xfrm>
            <a:prstGeom prst="rect">
              <a:avLst/>
            </a:prstGeom>
            <a:solidFill>
              <a:srgbClr val="F0D27E"/>
            </a:solidFill>
            <a:ln>
              <a:noFill/>
            </a:ln>
            <a:effectLst>
              <a:outerShdw dist="107763" dir="2700000" algn="ctr" rotWithShape="0">
                <a:schemeClr val="bg2"/>
              </a:outerShdw>
            </a:effectLst>
            <a:extLst>
              <a:ext uri="{91240B29-F687-4F45-9708-019B960494DF}">
                <a14:hiddenLine xmlns:a14="http://schemas.microsoft.com/office/drawing/2010/main" w="28575">
                  <a:solidFill>
                    <a:srgbClr val="CC0066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ID" sz="2316"/>
            </a:p>
          </p:txBody>
        </p:sp>
        <p:pic>
          <p:nvPicPr>
            <p:cNvPr id="14" name="Picture 12">
              <a:extLst>
                <a:ext uri="{FF2B5EF4-FFF2-40B4-BE49-F238E27FC236}">
                  <a16:creationId xmlns:a16="http://schemas.microsoft.com/office/drawing/2014/main" id="{9D461779-19FB-ECD3-05E6-A62F95BAB75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68" y="240"/>
              <a:ext cx="1152" cy="5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2949614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 autoUpdateAnimBg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>
            <a:extLst>
              <a:ext uri="{FF2B5EF4-FFF2-40B4-BE49-F238E27FC236}">
                <a16:creationId xmlns:a16="http://schemas.microsoft.com/office/drawing/2014/main" id="{7529C2CA-AE84-99B4-F76B-CA930C6151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508744" y="474363"/>
            <a:ext cx="6003450" cy="1176443"/>
          </a:xfrm>
        </p:spPr>
        <p:txBody>
          <a:bodyPr>
            <a:noAutofit/>
          </a:bodyPr>
          <a:lstStyle/>
          <a:p>
            <a:pPr algn="ctr"/>
            <a:r>
              <a:rPr lang="en-US" altLang="en-US" sz="4000" dirty="0"/>
              <a:t>Cumulative Probability Tables</a:t>
            </a:r>
          </a:p>
        </p:txBody>
      </p:sp>
      <p:sp>
        <p:nvSpPr>
          <p:cNvPr id="5" name="Text Box 4">
            <a:extLst>
              <a:ext uri="{FF2B5EF4-FFF2-40B4-BE49-F238E27FC236}">
                <a16:creationId xmlns:a16="http://schemas.microsoft.com/office/drawing/2014/main" id="{BB303D5F-720E-E728-303D-D1011186CB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10799" y="1932729"/>
            <a:ext cx="8739293" cy="172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3529">
                <a:solidFill>
                  <a:srgbClr val="339933"/>
                </a:solidFill>
                <a:ea typeface="굴림" panose="020B0600000101010101" pitchFamily="34" charset="-127"/>
              </a:rPr>
              <a:t>You can use the </a:t>
            </a:r>
            <a:r>
              <a:rPr lang="en-US" altLang="ko-KR" sz="3529"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anose="020B0600000101010101" pitchFamily="34" charset="-127"/>
              </a:rPr>
              <a:t>cumulative probability tables</a:t>
            </a:r>
            <a:r>
              <a:rPr lang="en-US" altLang="ko-KR" sz="3529">
                <a:solidFill>
                  <a:srgbClr val="339933"/>
                </a:solidFill>
                <a:ea typeface="굴림" panose="020B0600000101010101" pitchFamily="34" charset="-127"/>
              </a:rPr>
              <a:t> to find probabilities for selected Poisson distributions.</a:t>
            </a:r>
          </a:p>
        </p:txBody>
      </p:sp>
      <p:sp>
        <p:nvSpPr>
          <p:cNvPr id="6" name="Text Box 8">
            <a:extLst>
              <a:ext uri="{FF2B5EF4-FFF2-40B4-BE49-F238E27FC236}">
                <a16:creationId xmlns:a16="http://schemas.microsoft.com/office/drawing/2014/main" id="{F3584B71-937D-E293-05F1-1DBD387E74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2736" y="4033520"/>
            <a:ext cx="8991388" cy="1993174"/>
          </a:xfrm>
          <a:prstGeom prst="rect">
            <a:avLst/>
          </a:prstGeom>
          <a:solidFill>
            <a:srgbClr val="F4ECC6"/>
          </a:solidFill>
          <a:ln w="28575">
            <a:solidFill>
              <a:srgbClr val="CC0066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 typeface="Wingdings" panose="05000000000000000000" pitchFamily="2" charset="2"/>
              <a:buChar char="ü"/>
            </a:pPr>
            <a:r>
              <a:rPr lang="en-US" altLang="ko-KR" sz="3529">
                <a:ea typeface="굴림" panose="020B0600000101010101" pitchFamily="34" charset="-127"/>
              </a:rPr>
              <a:t>Find the column for the correct value of </a:t>
            </a:r>
            <a:r>
              <a:rPr lang="en-US" altLang="ko-KR" sz="3529" i="1">
                <a:latin typeface="Symbol" panose="05050102010706020507" pitchFamily="18" charset="2"/>
                <a:ea typeface="굴림" panose="020B0600000101010101" pitchFamily="34" charset="-127"/>
              </a:rPr>
              <a:t>m</a:t>
            </a:r>
            <a:r>
              <a:rPr lang="en-US" altLang="ko-KR" sz="3529">
                <a:ea typeface="굴림" panose="020B0600000101010101" pitchFamily="34" charset="-127"/>
              </a:rPr>
              <a:t>.</a:t>
            </a:r>
          </a:p>
          <a:p>
            <a:pPr>
              <a:spcBef>
                <a:spcPct val="50000"/>
              </a:spcBef>
              <a:buFont typeface="Wingdings" panose="05000000000000000000" pitchFamily="2" charset="2"/>
              <a:buChar char="ü"/>
            </a:pPr>
            <a:r>
              <a:rPr lang="en-US" altLang="ko-KR" sz="3529">
                <a:ea typeface="굴림" panose="020B0600000101010101" pitchFamily="34" charset="-127"/>
              </a:rPr>
              <a:t>The row marked “</a:t>
            </a:r>
            <a:r>
              <a:rPr lang="en-US" altLang="ko-KR" sz="3529" i="1">
                <a:ea typeface="굴림" panose="020B0600000101010101" pitchFamily="34" charset="-127"/>
              </a:rPr>
              <a:t>k</a:t>
            </a:r>
            <a:r>
              <a:rPr lang="en-US" altLang="ko-KR" sz="3529">
                <a:ea typeface="굴림" panose="020B0600000101010101" pitchFamily="34" charset="-127"/>
              </a:rPr>
              <a:t>” gives the cumulative probability, P(</a:t>
            </a:r>
            <a:r>
              <a:rPr lang="en-US" altLang="ko-KR" sz="3529" i="1">
                <a:ea typeface="굴림" panose="020B0600000101010101" pitchFamily="34" charset="-127"/>
              </a:rPr>
              <a:t>x </a:t>
            </a:r>
            <a:r>
              <a:rPr lang="en-US" altLang="ko-KR" sz="3529">
                <a:ea typeface="굴림" panose="020B0600000101010101" pitchFamily="34" charset="-127"/>
                <a:sym typeface="Symbol" panose="05050102010706020507" pitchFamily="18" charset="2"/>
              </a:rPr>
              <a:t> </a:t>
            </a:r>
            <a:r>
              <a:rPr lang="en-US" altLang="ko-KR" sz="3529" i="1">
                <a:ea typeface="굴림" panose="020B0600000101010101" pitchFamily="34" charset="-127"/>
                <a:sym typeface="Symbol" panose="05050102010706020507" pitchFamily="18" charset="2"/>
              </a:rPr>
              <a:t>k</a:t>
            </a:r>
            <a:r>
              <a:rPr lang="en-US" altLang="ko-KR" sz="3529">
                <a:ea typeface="굴림" panose="020B0600000101010101" pitchFamily="34" charset="-127"/>
                <a:sym typeface="Symbol" panose="05050102010706020507" pitchFamily="18" charset="2"/>
              </a:rPr>
              <a:t>) = P(</a:t>
            </a:r>
            <a:r>
              <a:rPr lang="en-US" altLang="ko-KR" sz="3529" i="1">
                <a:ea typeface="굴림" panose="020B0600000101010101" pitchFamily="34" charset="-127"/>
              </a:rPr>
              <a:t>x </a:t>
            </a:r>
            <a:r>
              <a:rPr lang="en-US" altLang="ko-KR" sz="3529">
                <a:ea typeface="굴림" panose="020B0600000101010101" pitchFamily="34" charset="-127"/>
                <a:sym typeface="Symbol" panose="05050102010706020507" pitchFamily="18" charset="2"/>
              </a:rPr>
              <a:t>= 0) +…+ P(</a:t>
            </a:r>
            <a:r>
              <a:rPr lang="en-US" altLang="ko-KR" sz="3529" i="1">
                <a:ea typeface="굴림" panose="020B0600000101010101" pitchFamily="34" charset="-127"/>
                <a:sym typeface="Symbol" panose="05050102010706020507" pitchFamily="18" charset="2"/>
              </a:rPr>
              <a:t>x</a:t>
            </a:r>
            <a:r>
              <a:rPr lang="en-US" altLang="ko-KR" sz="3529">
                <a:ea typeface="굴림" panose="020B0600000101010101" pitchFamily="34" charset="-127"/>
                <a:sym typeface="Symbol" panose="05050102010706020507" pitchFamily="18" charset="2"/>
              </a:rPr>
              <a:t> = </a:t>
            </a:r>
            <a:r>
              <a:rPr lang="en-US" altLang="ko-KR" sz="3529" i="1">
                <a:ea typeface="굴림" panose="020B0600000101010101" pitchFamily="34" charset="-127"/>
                <a:sym typeface="Symbol" panose="05050102010706020507" pitchFamily="18" charset="2"/>
              </a:rPr>
              <a:t>k</a:t>
            </a:r>
            <a:r>
              <a:rPr lang="en-US" altLang="ko-KR" sz="3529">
                <a:ea typeface="굴림" panose="020B0600000101010101" pitchFamily="34" charset="-127"/>
                <a:sym typeface="Symbol" panose="05050102010706020507" pitchFamily="18" charset="2"/>
              </a:rPr>
              <a:t>)</a:t>
            </a:r>
            <a:endParaRPr lang="en-US" altLang="ko-KR" sz="3529" i="1">
              <a:ea typeface="굴림" panose="020B0600000101010101" pitchFamily="34" charset="-127"/>
              <a:sym typeface="Symbol" panose="05050102010706020507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7578035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 animBg="1" autoUpdateAnimBg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>
            <a:extLst>
              <a:ext uri="{FF2B5EF4-FFF2-40B4-BE49-F238E27FC236}">
                <a16:creationId xmlns:a16="http://schemas.microsoft.com/office/drawing/2014/main" id="{7529C2CA-AE84-99B4-F76B-CA930C6151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508744" y="735867"/>
            <a:ext cx="6003450" cy="694266"/>
          </a:xfrm>
        </p:spPr>
        <p:txBody>
          <a:bodyPr>
            <a:noAutofit/>
          </a:bodyPr>
          <a:lstStyle/>
          <a:p>
            <a:pPr algn="ctr"/>
            <a:r>
              <a:rPr lang="en-US" altLang="en-US" sz="4000" dirty="0"/>
              <a:t>Example</a:t>
            </a:r>
          </a:p>
        </p:txBody>
      </p:sp>
      <p:graphicFrame>
        <p:nvGraphicFramePr>
          <p:cNvPr id="2" name="Group 62">
            <a:extLst>
              <a:ext uri="{FF2B5EF4-FFF2-40B4-BE49-F238E27FC236}">
                <a16:creationId xmlns:a16="http://schemas.microsoft.com/office/drawing/2014/main" id="{B3EF8ADC-DF24-7CA3-FE3B-8B6839F2772D}"/>
              </a:ext>
            </a:extLst>
          </p:cNvPr>
          <p:cNvGraphicFramePr>
            <a:graphicFrameLocks noGrp="1"/>
          </p:cNvGraphicFramePr>
          <p:nvPr/>
        </p:nvGraphicFramePr>
        <p:xfrm>
          <a:off x="1058704" y="1680633"/>
          <a:ext cx="1680633" cy="5041900"/>
        </p:xfrm>
        <a:graphic>
          <a:graphicData uri="http://schemas.openxmlformats.org/drawingml/2006/table">
            <a:tbl>
              <a:tblPr/>
              <a:tblGrid>
                <a:gridCol w="504190">
                  <a:extLst>
                    <a:ext uri="{9D8B030D-6E8A-4147-A177-3AD203B41FA5}">
                      <a16:colId xmlns:a16="http://schemas.microsoft.com/office/drawing/2014/main" val="710390512"/>
                    </a:ext>
                  </a:extLst>
                </a:gridCol>
                <a:gridCol w="1176443">
                  <a:extLst>
                    <a:ext uri="{9D8B030D-6E8A-4147-A177-3AD203B41FA5}">
                      <a16:colId xmlns:a16="http://schemas.microsoft.com/office/drawing/2014/main" val="40479142"/>
                    </a:ext>
                  </a:extLst>
                </a:gridCol>
              </a:tblGrid>
              <a:tr h="50419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2600" b="0" i="1" u="none" strike="noStrike" cap="none" normalizeH="0" baseline="0">
                          <a:ln>
                            <a:noFill/>
                          </a:ln>
                          <a:solidFill>
                            <a:srgbClr val="339933"/>
                          </a:solidFill>
                          <a:effectLst/>
                          <a:latin typeface="Times New Roman" panose="02020603050405020304" pitchFamily="18" charset="0"/>
                          <a:ea typeface="굴림" panose="020B0600000101010101" pitchFamily="34" charset="-127"/>
                        </a:rPr>
                        <a:t>k</a:t>
                      </a:r>
                    </a:p>
                  </a:txBody>
                  <a:tcPr marL="100838" marR="100838" marT="50419" marB="50419" horzOverflow="overflow">
                    <a:lnL w="38100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4ECC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2600" b="0" i="1" u="none" strike="noStrike" cap="none" normalizeH="0" baseline="0">
                          <a:ln>
                            <a:noFill/>
                          </a:ln>
                          <a:solidFill>
                            <a:srgbClr val="339933"/>
                          </a:solidFill>
                          <a:effectLst/>
                          <a:latin typeface="Symbol" panose="05050102010706020507" pitchFamily="18" charset="2"/>
                          <a:ea typeface="굴림" panose="020B0600000101010101" pitchFamily="34" charset="-127"/>
                        </a:rPr>
                        <a:t>m</a:t>
                      </a:r>
                      <a:r>
                        <a:rPr kumimoji="0" lang="en-US" altLang="ko-KR" sz="2600" b="0" i="1" u="none" strike="noStrike" cap="none" normalizeH="0" baseline="0">
                          <a:ln>
                            <a:noFill/>
                          </a:ln>
                          <a:solidFill>
                            <a:srgbClr val="339933"/>
                          </a:solidFill>
                          <a:effectLst/>
                          <a:latin typeface="Times New Roman" panose="02020603050405020304" pitchFamily="18" charset="0"/>
                          <a:ea typeface="굴림" panose="020B0600000101010101" pitchFamily="34" charset="-127"/>
                        </a:rPr>
                        <a:t> = </a:t>
                      </a:r>
                      <a:r>
                        <a:rPr kumimoji="0" lang="en-US" altLang="ko-KR" sz="2600" b="0" i="0" u="none" strike="noStrike" cap="none" normalizeH="0" baseline="0">
                          <a:ln>
                            <a:noFill/>
                          </a:ln>
                          <a:solidFill>
                            <a:srgbClr val="339933"/>
                          </a:solidFill>
                          <a:effectLst/>
                          <a:latin typeface="Times New Roman" panose="02020603050405020304" pitchFamily="18" charset="0"/>
                          <a:ea typeface="굴림" panose="020B0600000101010101" pitchFamily="34" charset="-127"/>
                        </a:rPr>
                        <a:t>2</a:t>
                      </a:r>
                      <a:endParaRPr kumimoji="0" lang="en-US" altLang="ko-KR" sz="2600" b="0" i="0" u="none" strike="noStrike" cap="none" normalizeH="0" baseline="0">
                        <a:ln>
                          <a:noFill/>
                        </a:ln>
                        <a:solidFill>
                          <a:srgbClr val="339933"/>
                        </a:solidFill>
                        <a:effectLst/>
                        <a:latin typeface="Symbol" panose="05050102010706020507" pitchFamily="18" charset="2"/>
                        <a:ea typeface="굴림" panose="020B0600000101010101" pitchFamily="34" charset="-127"/>
                      </a:endParaRPr>
                    </a:p>
                  </a:txBody>
                  <a:tcPr marL="100838" marR="100838" marT="50419" marB="50419" horzOverflow="overflow">
                    <a:lnL w="38100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4ECC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5246618"/>
                  </a:ext>
                </a:extLst>
              </a:tr>
              <a:tr h="50419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2600" b="0" i="0" u="none" strike="noStrike" cap="none" normalizeH="0" baseline="0">
                          <a:ln>
                            <a:noFill/>
                          </a:ln>
                          <a:solidFill>
                            <a:srgbClr val="339933"/>
                          </a:solidFill>
                          <a:effectLst/>
                          <a:latin typeface="Times New Roman" panose="02020603050405020304" pitchFamily="18" charset="0"/>
                          <a:ea typeface="굴림" panose="020B0600000101010101" pitchFamily="34" charset="-127"/>
                        </a:rPr>
                        <a:t>0</a:t>
                      </a:r>
                    </a:p>
                  </a:txBody>
                  <a:tcPr marL="100838" marR="100838" marT="50419" marB="50419" horzOverflow="overflow">
                    <a:lnL w="38100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2600" b="0" i="0" u="none" strike="noStrike" cap="none" normalizeH="0" baseline="0">
                          <a:ln>
                            <a:noFill/>
                          </a:ln>
                          <a:solidFill>
                            <a:srgbClr val="339933"/>
                          </a:solidFill>
                          <a:effectLst/>
                          <a:latin typeface="Times New Roman" panose="02020603050405020304" pitchFamily="18" charset="0"/>
                          <a:ea typeface="굴림" panose="020B0600000101010101" pitchFamily="34" charset="-127"/>
                        </a:rPr>
                        <a:t>.135</a:t>
                      </a:r>
                    </a:p>
                  </a:txBody>
                  <a:tcPr marL="100838" marR="100838" marT="50419" marB="50419" horzOverflow="overflow">
                    <a:lnL w="38100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7938264"/>
                  </a:ext>
                </a:extLst>
              </a:tr>
              <a:tr h="50419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2600" b="0" i="0" u="none" strike="noStrike" cap="none" normalizeH="0" baseline="0">
                          <a:ln>
                            <a:noFill/>
                          </a:ln>
                          <a:solidFill>
                            <a:srgbClr val="339933"/>
                          </a:solidFill>
                          <a:effectLst/>
                          <a:latin typeface="Times New Roman" panose="02020603050405020304" pitchFamily="18" charset="0"/>
                          <a:ea typeface="굴림" panose="020B0600000101010101" pitchFamily="34" charset="-127"/>
                        </a:rPr>
                        <a:t>1</a:t>
                      </a:r>
                    </a:p>
                  </a:txBody>
                  <a:tcPr marL="100838" marR="100838" marT="50419" marB="50419" horzOverflow="overflow">
                    <a:lnL w="38100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2600" b="0" i="0" u="none" strike="noStrike" cap="none" normalizeH="0" baseline="0">
                          <a:ln>
                            <a:noFill/>
                          </a:ln>
                          <a:solidFill>
                            <a:srgbClr val="339933"/>
                          </a:solidFill>
                          <a:effectLst/>
                          <a:latin typeface="Times New Roman" panose="02020603050405020304" pitchFamily="18" charset="0"/>
                          <a:ea typeface="굴림" panose="020B0600000101010101" pitchFamily="34" charset="-127"/>
                        </a:rPr>
                        <a:t>.406</a:t>
                      </a:r>
                    </a:p>
                  </a:txBody>
                  <a:tcPr marL="100838" marR="100838" marT="50419" marB="50419" horzOverflow="overflow">
                    <a:lnL w="38100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986116"/>
                  </a:ext>
                </a:extLst>
              </a:tr>
              <a:tr h="50419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2600" b="0" i="0" u="none" strike="noStrike" cap="none" normalizeH="0" baseline="0">
                          <a:ln>
                            <a:noFill/>
                          </a:ln>
                          <a:solidFill>
                            <a:srgbClr val="339933"/>
                          </a:solidFill>
                          <a:effectLst/>
                          <a:latin typeface="Times New Roman" panose="02020603050405020304" pitchFamily="18" charset="0"/>
                          <a:ea typeface="굴림" panose="020B0600000101010101" pitchFamily="34" charset="-127"/>
                        </a:rPr>
                        <a:t>2</a:t>
                      </a:r>
                    </a:p>
                  </a:txBody>
                  <a:tcPr marL="100838" marR="100838" marT="50419" marB="50419" horzOverflow="overflow">
                    <a:lnL w="38100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2600" b="0" i="0" u="none" strike="noStrike" cap="none" normalizeH="0" baseline="0">
                          <a:ln>
                            <a:noFill/>
                          </a:ln>
                          <a:solidFill>
                            <a:srgbClr val="339933"/>
                          </a:solidFill>
                          <a:effectLst/>
                          <a:latin typeface="Times New Roman" panose="02020603050405020304" pitchFamily="18" charset="0"/>
                          <a:ea typeface="굴림" panose="020B0600000101010101" pitchFamily="34" charset="-127"/>
                        </a:rPr>
                        <a:t>.677</a:t>
                      </a:r>
                    </a:p>
                  </a:txBody>
                  <a:tcPr marL="100838" marR="100838" marT="50419" marB="50419" horzOverflow="overflow">
                    <a:lnL w="38100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6157103"/>
                  </a:ext>
                </a:extLst>
              </a:tr>
              <a:tr h="50419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2600" b="0" i="0" u="none" strike="noStrike" cap="none" normalizeH="0" baseline="0">
                          <a:ln>
                            <a:noFill/>
                          </a:ln>
                          <a:solidFill>
                            <a:srgbClr val="339933"/>
                          </a:solidFill>
                          <a:effectLst/>
                          <a:latin typeface="Times New Roman" panose="02020603050405020304" pitchFamily="18" charset="0"/>
                          <a:ea typeface="굴림" panose="020B0600000101010101" pitchFamily="34" charset="-127"/>
                        </a:rPr>
                        <a:t>3</a:t>
                      </a:r>
                    </a:p>
                  </a:txBody>
                  <a:tcPr marL="100838" marR="100838" marT="50419" marB="50419" horzOverflow="overflow">
                    <a:lnL w="38100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2600" b="0" i="0" u="none" strike="noStrike" cap="none" normalizeH="0" baseline="0">
                          <a:ln>
                            <a:noFill/>
                          </a:ln>
                          <a:solidFill>
                            <a:srgbClr val="339933"/>
                          </a:solidFill>
                          <a:effectLst/>
                          <a:latin typeface="Times New Roman" panose="02020603050405020304" pitchFamily="18" charset="0"/>
                          <a:ea typeface="굴림" panose="020B0600000101010101" pitchFamily="34" charset="-127"/>
                        </a:rPr>
                        <a:t>.857</a:t>
                      </a:r>
                    </a:p>
                  </a:txBody>
                  <a:tcPr marL="100838" marR="100838" marT="50419" marB="50419" horzOverflow="overflow">
                    <a:lnL w="38100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98041403"/>
                  </a:ext>
                </a:extLst>
              </a:tr>
              <a:tr h="50419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2600" b="0" i="0" u="none" strike="noStrike" cap="none" normalizeH="0" baseline="0">
                          <a:ln>
                            <a:noFill/>
                          </a:ln>
                          <a:solidFill>
                            <a:srgbClr val="339933"/>
                          </a:solidFill>
                          <a:effectLst/>
                          <a:latin typeface="Times New Roman" panose="02020603050405020304" pitchFamily="18" charset="0"/>
                          <a:ea typeface="굴림" panose="020B0600000101010101" pitchFamily="34" charset="-127"/>
                        </a:rPr>
                        <a:t>4</a:t>
                      </a:r>
                    </a:p>
                  </a:txBody>
                  <a:tcPr marL="100838" marR="100838" marT="50419" marB="50419" horzOverflow="overflow">
                    <a:lnL w="38100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2600" b="0" i="0" u="none" strike="noStrike" cap="none" normalizeH="0" baseline="0">
                          <a:ln>
                            <a:noFill/>
                          </a:ln>
                          <a:solidFill>
                            <a:srgbClr val="339933"/>
                          </a:solidFill>
                          <a:effectLst/>
                          <a:latin typeface="Times New Roman" panose="02020603050405020304" pitchFamily="18" charset="0"/>
                          <a:ea typeface="굴림" panose="020B0600000101010101" pitchFamily="34" charset="-127"/>
                        </a:rPr>
                        <a:t>.947</a:t>
                      </a:r>
                    </a:p>
                  </a:txBody>
                  <a:tcPr marL="100838" marR="100838" marT="50419" marB="50419" horzOverflow="overflow">
                    <a:lnL w="38100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2752114"/>
                  </a:ext>
                </a:extLst>
              </a:tr>
              <a:tr h="50419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2600" b="0" i="0" u="none" strike="noStrike" cap="none" normalizeH="0" baseline="0">
                          <a:ln>
                            <a:noFill/>
                          </a:ln>
                          <a:solidFill>
                            <a:srgbClr val="339933"/>
                          </a:solidFill>
                          <a:effectLst/>
                          <a:latin typeface="Times New Roman" panose="02020603050405020304" pitchFamily="18" charset="0"/>
                          <a:ea typeface="굴림" panose="020B0600000101010101" pitchFamily="34" charset="-127"/>
                        </a:rPr>
                        <a:t>5</a:t>
                      </a:r>
                    </a:p>
                  </a:txBody>
                  <a:tcPr marL="100838" marR="100838" marT="50419" marB="50419" horzOverflow="overflow">
                    <a:lnL w="38100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2600" b="0" i="0" u="none" strike="noStrike" cap="none" normalizeH="0" baseline="0">
                          <a:ln>
                            <a:noFill/>
                          </a:ln>
                          <a:solidFill>
                            <a:srgbClr val="339933"/>
                          </a:solidFill>
                          <a:effectLst/>
                          <a:latin typeface="Times New Roman" panose="02020603050405020304" pitchFamily="18" charset="0"/>
                          <a:ea typeface="굴림" panose="020B0600000101010101" pitchFamily="34" charset="-127"/>
                        </a:rPr>
                        <a:t>.983</a:t>
                      </a:r>
                    </a:p>
                  </a:txBody>
                  <a:tcPr marL="100838" marR="100838" marT="50419" marB="50419" horzOverflow="overflow">
                    <a:lnL w="38100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6641318"/>
                  </a:ext>
                </a:extLst>
              </a:tr>
              <a:tr h="50419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2600" b="0" i="0" u="none" strike="noStrike" cap="none" normalizeH="0" baseline="0">
                          <a:ln>
                            <a:noFill/>
                          </a:ln>
                          <a:solidFill>
                            <a:srgbClr val="339933"/>
                          </a:solidFill>
                          <a:effectLst/>
                          <a:latin typeface="Times New Roman" panose="02020603050405020304" pitchFamily="18" charset="0"/>
                          <a:ea typeface="굴림" panose="020B0600000101010101" pitchFamily="34" charset="-127"/>
                        </a:rPr>
                        <a:t>6</a:t>
                      </a:r>
                    </a:p>
                  </a:txBody>
                  <a:tcPr marL="100838" marR="100838" marT="50419" marB="50419" horzOverflow="overflow">
                    <a:lnL w="38100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2600" b="0" i="0" u="none" strike="noStrike" cap="none" normalizeH="0" baseline="0">
                          <a:ln>
                            <a:noFill/>
                          </a:ln>
                          <a:solidFill>
                            <a:srgbClr val="339933"/>
                          </a:solidFill>
                          <a:effectLst/>
                          <a:latin typeface="Times New Roman" panose="02020603050405020304" pitchFamily="18" charset="0"/>
                          <a:ea typeface="굴림" panose="020B0600000101010101" pitchFamily="34" charset="-127"/>
                        </a:rPr>
                        <a:t>.995</a:t>
                      </a:r>
                    </a:p>
                  </a:txBody>
                  <a:tcPr marL="100838" marR="100838" marT="50419" marB="50419" horzOverflow="overflow">
                    <a:lnL w="38100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4320424"/>
                  </a:ext>
                </a:extLst>
              </a:tr>
              <a:tr h="50419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2600" b="0" i="0" u="none" strike="noStrike" cap="none" normalizeH="0" baseline="0">
                          <a:ln>
                            <a:noFill/>
                          </a:ln>
                          <a:solidFill>
                            <a:srgbClr val="339933"/>
                          </a:solidFill>
                          <a:effectLst/>
                          <a:latin typeface="Times New Roman" panose="02020603050405020304" pitchFamily="18" charset="0"/>
                          <a:ea typeface="굴림" panose="020B0600000101010101" pitchFamily="34" charset="-127"/>
                        </a:rPr>
                        <a:t>7</a:t>
                      </a:r>
                    </a:p>
                  </a:txBody>
                  <a:tcPr marL="100838" marR="100838" marT="50419" marB="50419" horzOverflow="overflow">
                    <a:lnL w="38100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2600" b="0" i="0" u="none" strike="noStrike" cap="none" normalizeH="0" baseline="0">
                          <a:ln>
                            <a:noFill/>
                          </a:ln>
                          <a:solidFill>
                            <a:srgbClr val="339933"/>
                          </a:solidFill>
                          <a:effectLst/>
                          <a:latin typeface="Times New Roman" panose="02020603050405020304" pitchFamily="18" charset="0"/>
                          <a:ea typeface="굴림" panose="020B0600000101010101" pitchFamily="34" charset="-127"/>
                        </a:rPr>
                        <a:t>.999</a:t>
                      </a:r>
                    </a:p>
                  </a:txBody>
                  <a:tcPr marL="100838" marR="100838" marT="50419" marB="50419" horzOverflow="overflow">
                    <a:lnL w="38100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5382901"/>
                  </a:ext>
                </a:extLst>
              </a:tr>
              <a:tr h="50419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2600" b="0" i="0" u="none" strike="noStrike" cap="none" normalizeH="0" baseline="0">
                          <a:ln>
                            <a:noFill/>
                          </a:ln>
                          <a:solidFill>
                            <a:srgbClr val="339933"/>
                          </a:solidFill>
                          <a:effectLst/>
                          <a:latin typeface="Times New Roman" panose="02020603050405020304" pitchFamily="18" charset="0"/>
                          <a:ea typeface="굴림" panose="020B0600000101010101" pitchFamily="34" charset="-127"/>
                        </a:rPr>
                        <a:t>8</a:t>
                      </a:r>
                    </a:p>
                  </a:txBody>
                  <a:tcPr marL="100838" marR="100838" marT="50419" marB="50419" horzOverflow="overflow">
                    <a:lnL w="38100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2600" b="0" i="0" u="none" strike="noStrike" cap="none" normalizeH="0" baseline="0">
                          <a:ln>
                            <a:noFill/>
                          </a:ln>
                          <a:solidFill>
                            <a:srgbClr val="339933"/>
                          </a:solidFill>
                          <a:effectLst/>
                          <a:latin typeface="Times New Roman" panose="02020603050405020304" pitchFamily="18" charset="0"/>
                          <a:ea typeface="굴림" panose="020B0600000101010101" pitchFamily="34" charset="-127"/>
                        </a:rPr>
                        <a:t>1.000</a:t>
                      </a:r>
                    </a:p>
                  </a:txBody>
                  <a:tcPr marL="100838" marR="100838" marT="50419" marB="50419" horzOverflow="overflow">
                    <a:lnL w="38100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213199"/>
                  </a:ext>
                </a:extLst>
              </a:tr>
            </a:tbl>
          </a:graphicData>
        </a:graphic>
      </p:graphicFrame>
      <p:sp>
        <p:nvSpPr>
          <p:cNvPr id="3" name="Text Box 38">
            <a:extLst>
              <a:ext uri="{FF2B5EF4-FFF2-40B4-BE49-F238E27FC236}">
                <a16:creationId xmlns:a16="http://schemas.microsoft.com/office/drawing/2014/main" id="{39FD20EC-ABA3-C3F6-36AB-5AD3CFDF07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75464" y="1512570"/>
            <a:ext cx="6974628" cy="11785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3529">
                <a:solidFill>
                  <a:srgbClr val="339933"/>
                </a:solidFill>
                <a:ea typeface="굴림" panose="020B0600000101010101" pitchFamily="34" charset="-127"/>
              </a:rPr>
              <a:t>What is the probability that there is exactly 1 accident?</a:t>
            </a:r>
            <a:endParaRPr lang="en-US" altLang="ko-KR" sz="3529">
              <a:solidFill>
                <a:srgbClr val="333333"/>
              </a:solidFill>
              <a:effectLst>
                <a:outerShdw blurRad="38100" dist="38100" dir="2700000" algn="tl">
                  <a:srgbClr val="C0C0C0"/>
                </a:outerShdw>
              </a:effectLst>
              <a:ea typeface="굴림" panose="020B0600000101010101" pitchFamily="34" charset="-127"/>
            </a:endParaRPr>
          </a:p>
        </p:txBody>
      </p:sp>
      <p:grpSp>
        <p:nvGrpSpPr>
          <p:cNvPr id="4" name="Group 64">
            <a:extLst>
              <a:ext uri="{FF2B5EF4-FFF2-40B4-BE49-F238E27FC236}">
                <a16:creationId xmlns:a16="http://schemas.microsoft.com/office/drawing/2014/main" id="{99C62B2D-5D4D-6678-27D1-61645779B4B5}"/>
              </a:ext>
            </a:extLst>
          </p:cNvPr>
          <p:cNvGrpSpPr>
            <a:grpSpLocks/>
          </p:cNvGrpSpPr>
          <p:nvPr/>
        </p:nvGrpSpPr>
        <p:grpSpPr bwMode="auto">
          <a:xfrm>
            <a:off x="3075464" y="2773045"/>
            <a:ext cx="6134312" cy="4369647"/>
            <a:chOff x="1824" y="1644"/>
            <a:chExt cx="3504" cy="2496"/>
          </a:xfrm>
        </p:grpSpPr>
        <p:sp>
          <p:nvSpPr>
            <p:cNvPr id="8" name="Rectangle 9">
              <a:extLst>
                <a:ext uri="{FF2B5EF4-FFF2-40B4-BE49-F238E27FC236}">
                  <a16:creationId xmlns:a16="http://schemas.microsoft.com/office/drawing/2014/main" id="{1A30D4E3-EF0B-F434-6DC8-E5890FAA0D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24" y="1644"/>
              <a:ext cx="3504" cy="2496"/>
            </a:xfrm>
            <a:prstGeom prst="rect">
              <a:avLst/>
            </a:prstGeom>
            <a:solidFill>
              <a:srgbClr val="F0D27E"/>
            </a:solidFill>
            <a:ln w="28575">
              <a:solidFill>
                <a:srgbClr val="CC0066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endParaRPr lang="en-ID" sz="2316"/>
            </a:p>
          </p:txBody>
        </p:sp>
        <p:pic>
          <p:nvPicPr>
            <p:cNvPr id="9" name="Picture 63">
              <a:extLst>
                <a:ext uri="{FF2B5EF4-FFF2-40B4-BE49-F238E27FC236}">
                  <a16:creationId xmlns:a16="http://schemas.microsoft.com/office/drawing/2014/main" id="{440DB4EF-01F9-F1CE-23FA-ABA2638CF59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20" y="1728"/>
              <a:ext cx="3312" cy="232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0" name="Freeform 11">
            <a:extLst>
              <a:ext uri="{FF2B5EF4-FFF2-40B4-BE49-F238E27FC236}">
                <a16:creationId xmlns:a16="http://schemas.microsoft.com/office/drawing/2014/main" id="{A06C8214-5808-4FD7-0712-C363C6755A6E}"/>
              </a:ext>
            </a:extLst>
          </p:cNvPr>
          <p:cNvSpPr>
            <a:spLocks/>
          </p:cNvSpPr>
          <p:nvPr/>
        </p:nvSpPr>
        <p:spPr bwMode="auto">
          <a:xfrm>
            <a:off x="3915781" y="3025140"/>
            <a:ext cx="989123" cy="3193203"/>
          </a:xfrm>
          <a:custGeom>
            <a:avLst/>
            <a:gdLst>
              <a:gd name="T0" fmla="*/ 478 w 565"/>
              <a:gd name="T1" fmla="*/ 196 h 1410"/>
              <a:gd name="T2" fmla="*/ 343 w 565"/>
              <a:gd name="T3" fmla="*/ 25 h 1410"/>
              <a:gd name="T4" fmla="*/ 270 w 565"/>
              <a:gd name="T5" fmla="*/ 0 h 1410"/>
              <a:gd name="T6" fmla="*/ 184 w 565"/>
              <a:gd name="T7" fmla="*/ 37 h 1410"/>
              <a:gd name="T8" fmla="*/ 135 w 565"/>
              <a:gd name="T9" fmla="*/ 111 h 1410"/>
              <a:gd name="T10" fmla="*/ 98 w 565"/>
              <a:gd name="T11" fmla="*/ 295 h 1410"/>
              <a:gd name="T12" fmla="*/ 86 w 565"/>
              <a:gd name="T13" fmla="*/ 527 h 1410"/>
              <a:gd name="T14" fmla="*/ 49 w 565"/>
              <a:gd name="T15" fmla="*/ 674 h 1410"/>
              <a:gd name="T16" fmla="*/ 12 w 565"/>
              <a:gd name="T17" fmla="*/ 1042 h 1410"/>
              <a:gd name="T18" fmla="*/ 61 w 565"/>
              <a:gd name="T19" fmla="*/ 1312 h 1410"/>
              <a:gd name="T20" fmla="*/ 208 w 565"/>
              <a:gd name="T21" fmla="*/ 1397 h 1410"/>
              <a:gd name="T22" fmla="*/ 245 w 565"/>
              <a:gd name="T23" fmla="*/ 1410 h 1410"/>
              <a:gd name="T24" fmla="*/ 331 w 565"/>
              <a:gd name="T25" fmla="*/ 1397 h 1410"/>
              <a:gd name="T26" fmla="*/ 405 w 565"/>
              <a:gd name="T27" fmla="*/ 1299 h 1410"/>
              <a:gd name="T28" fmla="*/ 441 w 565"/>
              <a:gd name="T29" fmla="*/ 1263 h 1410"/>
              <a:gd name="T30" fmla="*/ 466 w 565"/>
              <a:gd name="T31" fmla="*/ 748 h 1410"/>
              <a:gd name="T32" fmla="*/ 527 w 565"/>
              <a:gd name="T33" fmla="*/ 503 h 1410"/>
              <a:gd name="T34" fmla="*/ 466 w 565"/>
              <a:gd name="T35" fmla="*/ 184 h 1410"/>
              <a:gd name="T36" fmla="*/ 429 w 565"/>
              <a:gd name="T37" fmla="*/ 135 h 14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565" h="1410">
                <a:moveTo>
                  <a:pt x="478" y="196"/>
                </a:moveTo>
                <a:cubicBezTo>
                  <a:pt x="453" y="92"/>
                  <a:pt x="425" y="79"/>
                  <a:pt x="343" y="25"/>
                </a:cubicBezTo>
                <a:cubicBezTo>
                  <a:pt x="322" y="11"/>
                  <a:pt x="270" y="0"/>
                  <a:pt x="270" y="0"/>
                </a:cubicBezTo>
                <a:cubicBezTo>
                  <a:pt x="240" y="8"/>
                  <a:pt x="206" y="11"/>
                  <a:pt x="184" y="37"/>
                </a:cubicBezTo>
                <a:cubicBezTo>
                  <a:pt x="164" y="59"/>
                  <a:pt x="135" y="111"/>
                  <a:pt x="135" y="111"/>
                </a:cubicBezTo>
                <a:cubicBezTo>
                  <a:pt x="119" y="177"/>
                  <a:pt x="107" y="224"/>
                  <a:pt x="98" y="295"/>
                </a:cubicBezTo>
                <a:cubicBezTo>
                  <a:pt x="94" y="372"/>
                  <a:pt x="93" y="450"/>
                  <a:pt x="86" y="527"/>
                </a:cubicBezTo>
                <a:cubicBezTo>
                  <a:pt x="82" y="577"/>
                  <a:pt x="56" y="624"/>
                  <a:pt x="49" y="674"/>
                </a:cubicBezTo>
                <a:cubicBezTo>
                  <a:pt x="32" y="796"/>
                  <a:pt x="26" y="920"/>
                  <a:pt x="12" y="1042"/>
                </a:cubicBezTo>
                <a:cubicBezTo>
                  <a:pt x="18" y="1126"/>
                  <a:pt x="0" y="1239"/>
                  <a:pt x="61" y="1312"/>
                </a:cubicBezTo>
                <a:cubicBezTo>
                  <a:pt x="104" y="1363"/>
                  <a:pt x="145" y="1376"/>
                  <a:pt x="208" y="1397"/>
                </a:cubicBezTo>
                <a:cubicBezTo>
                  <a:pt x="220" y="1401"/>
                  <a:pt x="245" y="1410"/>
                  <a:pt x="245" y="1410"/>
                </a:cubicBezTo>
                <a:cubicBezTo>
                  <a:pt x="274" y="1406"/>
                  <a:pt x="303" y="1405"/>
                  <a:pt x="331" y="1397"/>
                </a:cubicBezTo>
                <a:cubicBezTo>
                  <a:pt x="384" y="1381"/>
                  <a:pt x="380" y="1336"/>
                  <a:pt x="405" y="1299"/>
                </a:cubicBezTo>
                <a:cubicBezTo>
                  <a:pt x="414" y="1285"/>
                  <a:pt x="429" y="1275"/>
                  <a:pt x="441" y="1263"/>
                </a:cubicBezTo>
                <a:cubicBezTo>
                  <a:pt x="508" y="1073"/>
                  <a:pt x="442" y="1272"/>
                  <a:pt x="466" y="748"/>
                </a:cubicBezTo>
                <a:cubicBezTo>
                  <a:pt x="470" y="668"/>
                  <a:pt x="502" y="579"/>
                  <a:pt x="527" y="503"/>
                </a:cubicBezTo>
                <a:cubicBezTo>
                  <a:pt x="542" y="398"/>
                  <a:pt x="565" y="251"/>
                  <a:pt x="466" y="184"/>
                </a:cubicBezTo>
                <a:cubicBezTo>
                  <a:pt x="451" y="138"/>
                  <a:pt x="466" y="153"/>
                  <a:pt x="429" y="135"/>
                </a:cubicBezTo>
              </a:path>
            </a:pathLst>
          </a:custGeom>
          <a:noFill/>
          <a:ln w="38100" cmpd="sng">
            <a:solidFill>
              <a:srgbClr val="CC006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D" sz="2316"/>
          </a:p>
        </p:txBody>
      </p:sp>
      <p:sp>
        <p:nvSpPr>
          <p:cNvPr id="11" name="Text Box 39">
            <a:extLst>
              <a:ext uri="{FF2B5EF4-FFF2-40B4-BE49-F238E27FC236}">
                <a16:creationId xmlns:a16="http://schemas.microsoft.com/office/drawing/2014/main" id="{DE646BE0-9F6D-2EEE-388C-F40B46BF01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3527" y="3865457"/>
            <a:ext cx="6134312" cy="1721625"/>
          </a:xfrm>
          <a:prstGeom prst="rect">
            <a:avLst/>
          </a:prstGeom>
          <a:solidFill>
            <a:srgbClr val="F4ECC6"/>
          </a:solidFill>
          <a:ln w="28575">
            <a:solidFill>
              <a:srgbClr val="CC0066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>
            <a:spAutoFit/>
          </a:bodyPr>
          <a:lstStyle/>
          <a:p>
            <a:r>
              <a:rPr lang="en-US" altLang="ko-KR" sz="3529">
                <a:solidFill>
                  <a:srgbClr val="3333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굴림" panose="020B0600000101010101" pitchFamily="34" charset="-127"/>
              </a:rPr>
              <a:t>P(</a:t>
            </a:r>
            <a:r>
              <a:rPr lang="en-US" altLang="ko-KR" sz="3529" i="1">
                <a:solidFill>
                  <a:srgbClr val="3333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굴림" panose="020B0600000101010101" pitchFamily="34" charset="-127"/>
              </a:rPr>
              <a:t>x</a:t>
            </a:r>
            <a:r>
              <a:rPr lang="en-US" altLang="ko-KR" sz="3529">
                <a:solidFill>
                  <a:srgbClr val="3333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굴림" panose="020B0600000101010101" pitchFamily="34" charset="-127"/>
              </a:rPr>
              <a:t> = 1) </a:t>
            </a:r>
            <a:r>
              <a:rPr lang="en-US" altLang="ko-KR" sz="3529">
                <a:solidFill>
                  <a:srgbClr val="339933"/>
                </a:solidFill>
                <a:ea typeface="굴림" panose="020B0600000101010101" pitchFamily="34" charset="-127"/>
              </a:rPr>
              <a:t>= P(</a:t>
            </a:r>
            <a:r>
              <a:rPr lang="en-US" altLang="ko-KR" sz="3529" i="1">
                <a:solidFill>
                  <a:srgbClr val="339933"/>
                </a:solidFill>
                <a:ea typeface="굴림" panose="020B0600000101010101" pitchFamily="34" charset="-127"/>
              </a:rPr>
              <a:t>x</a:t>
            </a:r>
            <a:r>
              <a:rPr lang="en-US" altLang="ko-KR" sz="3529">
                <a:solidFill>
                  <a:srgbClr val="339933"/>
                </a:solidFill>
                <a:ea typeface="굴림" panose="020B0600000101010101" pitchFamily="34" charset="-127"/>
              </a:rPr>
              <a:t> </a:t>
            </a:r>
            <a:r>
              <a:rPr lang="en-US" altLang="ko-KR" sz="3529">
                <a:solidFill>
                  <a:srgbClr val="339933"/>
                </a:solidFill>
                <a:ea typeface="굴림" panose="020B0600000101010101" pitchFamily="34" charset="-127"/>
                <a:sym typeface="Symbol" panose="05050102010706020507" pitchFamily="18" charset="2"/>
              </a:rPr>
              <a:t> 1) – P(</a:t>
            </a:r>
            <a:r>
              <a:rPr lang="en-US" altLang="ko-KR" sz="3529" i="1">
                <a:solidFill>
                  <a:srgbClr val="339933"/>
                </a:solidFill>
                <a:ea typeface="굴림" panose="020B0600000101010101" pitchFamily="34" charset="-127"/>
                <a:sym typeface="Symbol" panose="05050102010706020507" pitchFamily="18" charset="2"/>
              </a:rPr>
              <a:t>x</a:t>
            </a:r>
            <a:r>
              <a:rPr lang="en-US" altLang="ko-KR" sz="3529">
                <a:solidFill>
                  <a:srgbClr val="339933"/>
                </a:solidFill>
                <a:ea typeface="굴림" panose="020B0600000101010101" pitchFamily="34" charset="-127"/>
                <a:sym typeface="Symbol" panose="05050102010706020507" pitchFamily="18" charset="2"/>
              </a:rPr>
              <a:t>  0)</a:t>
            </a:r>
          </a:p>
          <a:p>
            <a:r>
              <a:rPr lang="en-US" altLang="ko-KR" sz="3529">
                <a:solidFill>
                  <a:srgbClr val="339933"/>
                </a:solidFill>
                <a:ea typeface="굴림" panose="020B0600000101010101" pitchFamily="34" charset="-127"/>
                <a:sym typeface="Symbol" panose="05050102010706020507" pitchFamily="18" charset="2"/>
              </a:rPr>
              <a:t>= .406 - .135</a:t>
            </a:r>
          </a:p>
          <a:p>
            <a:r>
              <a:rPr lang="en-US" altLang="ko-KR" sz="3529">
                <a:solidFill>
                  <a:srgbClr val="339933"/>
                </a:solidFill>
                <a:ea typeface="굴림" panose="020B0600000101010101" pitchFamily="34" charset="-127"/>
                <a:sym typeface="Symbol" panose="05050102010706020507" pitchFamily="18" charset="2"/>
              </a:rPr>
              <a:t>= .271</a:t>
            </a:r>
          </a:p>
        </p:txBody>
      </p:sp>
      <p:sp>
        <p:nvSpPr>
          <p:cNvPr id="12" name="Text Box 40">
            <a:extLst>
              <a:ext uri="{FF2B5EF4-FFF2-40B4-BE49-F238E27FC236}">
                <a16:creationId xmlns:a16="http://schemas.microsoft.com/office/drawing/2014/main" id="{BDBC4FF5-7120-5222-36D9-BA4C183E89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64478" y="5125931"/>
            <a:ext cx="3445298" cy="805092"/>
          </a:xfrm>
          <a:prstGeom prst="rect">
            <a:avLst/>
          </a:prstGeom>
          <a:solidFill>
            <a:srgbClr val="CC0066"/>
          </a:solidFill>
          <a:ln w="28575">
            <a:solidFill>
              <a:srgbClr val="F4ECC6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ko-KR" sz="2316">
                <a:solidFill>
                  <a:srgbClr val="F4ECC6"/>
                </a:solidFill>
                <a:ea typeface="굴림" panose="020B0600000101010101" pitchFamily="34" charset="-127"/>
              </a:rPr>
              <a:t>Check from formula: P(</a:t>
            </a:r>
            <a:r>
              <a:rPr lang="en-US" altLang="ko-KR" sz="2316" i="1">
                <a:solidFill>
                  <a:srgbClr val="F4ECC6"/>
                </a:solidFill>
                <a:ea typeface="굴림" panose="020B0600000101010101" pitchFamily="34" charset="-127"/>
              </a:rPr>
              <a:t>x</a:t>
            </a:r>
            <a:r>
              <a:rPr lang="en-US" altLang="ko-KR" sz="2316">
                <a:solidFill>
                  <a:srgbClr val="F4ECC6"/>
                </a:solidFill>
                <a:ea typeface="굴림" panose="020B0600000101010101" pitchFamily="34" charset="-127"/>
              </a:rPr>
              <a:t> = 1) = .2707</a:t>
            </a:r>
          </a:p>
        </p:txBody>
      </p:sp>
    </p:spTree>
    <p:extLst>
      <p:ext uri="{BB962C8B-B14F-4D97-AF65-F5344CB8AC3E}">
        <p14:creationId xmlns:p14="http://schemas.microsoft.com/office/powerpoint/2010/main" val="3737457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uild="p" animBg="1" autoUpdateAnimBg="0"/>
      <p:bldP spid="12" grpId="0" animBg="1" autoUpdateAnimBg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>
            <a:extLst>
              <a:ext uri="{FF2B5EF4-FFF2-40B4-BE49-F238E27FC236}">
                <a16:creationId xmlns:a16="http://schemas.microsoft.com/office/drawing/2014/main" id="{7529C2CA-AE84-99B4-F76B-CA930C6151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508744" y="735867"/>
            <a:ext cx="6003450" cy="694266"/>
          </a:xfrm>
        </p:spPr>
        <p:txBody>
          <a:bodyPr>
            <a:noAutofit/>
          </a:bodyPr>
          <a:lstStyle/>
          <a:p>
            <a:pPr algn="ctr"/>
            <a:r>
              <a:rPr lang="en-US" altLang="en-US" sz="4400" dirty="0"/>
              <a:t>Example</a:t>
            </a:r>
          </a:p>
        </p:txBody>
      </p:sp>
      <p:sp>
        <p:nvSpPr>
          <p:cNvPr id="5" name="Text Box 33">
            <a:extLst>
              <a:ext uri="{FF2B5EF4-FFF2-40B4-BE49-F238E27FC236}">
                <a16:creationId xmlns:a16="http://schemas.microsoft.com/office/drawing/2014/main" id="{77632CE0-E976-99AA-7FD8-E2AE08CFE5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39262" y="1596602"/>
            <a:ext cx="6974628" cy="11785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3529">
                <a:solidFill>
                  <a:srgbClr val="339933"/>
                </a:solidFill>
                <a:ea typeface="굴림" panose="020B0600000101010101" pitchFamily="34" charset="-127"/>
              </a:rPr>
              <a:t>What is the probability that 8 or more accidents happen?</a:t>
            </a:r>
            <a:endParaRPr lang="en-US" altLang="ko-KR" sz="3529">
              <a:solidFill>
                <a:srgbClr val="333333"/>
              </a:solidFill>
              <a:effectLst>
                <a:outerShdw blurRad="38100" dist="38100" dir="2700000" algn="tl">
                  <a:srgbClr val="C0C0C0"/>
                </a:outerShdw>
              </a:effectLst>
              <a:ea typeface="굴림" panose="020B0600000101010101" pitchFamily="34" charset="-127"/>
            </a:endParaRPr>
          </a:p>
        </p:txBody>
      </p:sp>
      <p:sp>
        <p:nvSpPr>
          <p:cNvPr id="6" name="Text Box 34">
            <a:extLst>
              <a:ext uri="{FF2B5EF4-FFF2-40B4-BE49-F238E27FC236}">
                <a16:creationId xmlns:a16="http://schemas.microsoft.com/office/drawing/2014/main" id="{CFAA2616-AE43-A4A1-770E-318EE79198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91357" y="2792303"/>
            <a:ext cx="6134312" cy="1721625"/>
          </a:xfrm>
          <a:prstGeom prst="rect">
            <a:avLst/>
          </a:prstGeom>
          <a:solidFill>
            <a:srgbClr val="F4ECC6"/>
          </a:solidFill>
          <a:ln w="28575">
            <a:solidFill>
              <a:srgbClr val="CC0066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>
            <a:spAutoFit/>
          </a:bodyPr>
          <a:lstStyle/>
          <a:p>
            <a:r>
              <a:rPr lang="en-US" altLang="ko-KR" sz="3529">
                <a:solidFill>
                  <a:srgbClr val="3333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굴림" panose="020B0600000101010101" pitchFamily="34" charset="-127"/>
              </a:rPr>
              <a:t>P(</a:t>
            </a:r>
            <a:r>
              <a:rPr lang="en-US" altLang="ko-KR" sz="3529" i="1">
                <a:solidFill>
                  <a:srgbClr val="3333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굴림" panose="020B0600000101010101" pitchFamily="34" charset="-127"/>
              </a:rPr>
              <a:t>x</a:t>
            </a:r>
            <a:r>
              <a:rPr lang="en-US" altLang="ko-KR" sz="3529">
                <a:solidFill>
                  <a:srgbClr val="3333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굴림" panose="020B0600000101010101" pitchFamily="34" charset="-127"/>
              </a:rPr>
              <a:t> </a:t>
            </a:r>
            <a:r>
              <a:rPr lang="en-US" altLang="ko-KR" sz="3529">
                <a:solidFill>
                  <a:srgbClr val="3333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굴림" panose="020B0600000101010101" pitchFamily="34" charset="-127"/>
                <a:sym typeface="Symbol" panose="05050102010706020507" pitchFamily="18" charset="2"/>
              </a:rPr>
              <a:t></a:t>
            </a:r>
            <a:r>
              <a:rPr lang="en-US" altLang="ko-KR" sz="3529">
                <a:solidFill>
                  <a:srgbClr val="3333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굴림" panose="020B0600000101010101" pitchFamily="34" charset="-127"/>
              </a:rPr>
              <a:t> 8) </a:t>
            </a:r>
            <a:r>
              <a:rPr lang="en-US" altLang="ko-KR" sz="3529">
                <a:solidFill>
                  <a:srgbClr val="339933"/>
                </a:solidFill>
                <a:ea typeface="굴림" panose="020B0600000101010101" pitchFamily="34" charset="-127"/>
              </a:rPr>
              <a:t>= 1 - P(</a:t>
            </a:r>
            <a:r>
              <a:rPr lang="en-US" altLang="ko-KR" sz="3529" i="1">
                <a:solidFill>
                  <a:srgbClr val="339933"/>
                </a:solidFill>
                <a:ea typeface="굴림" panose="020B0600000101010101" pitchFamily="34" charset="-127"/>
              </a:rPr>
              <a:t>x</a:t>
            </a:r>
            <a:r>
              <a:rPr lang="en-US" altLang="ko-KR" sz="3529">
                <a:solidFill>
                  <a:srgbClr val="339933"/>
                </a:solidFill>
                <a:ea typeface="굴림" panose="020B0600000101010101" pitchFamily="34" charset="-127"/>
              </a:rPr>
              <a:t> </a:t>
            </a:r>
            <a:r>
              <a:rPr lang="en-US" altLang="ko-KR" sz="3529">
                <a:solidFill>
                  <a:srgbClr val="339933"/>
                </a:solidFill>
                <a:ea typeface="굴림" panose="020B0600000101010101" pitchFamily="34" charset="-127"/>
                <a:sym typeface="Symbol" panose="05050102010706020507" pitchFamily="18" charset="2"/>
              </a:rPr>
              <a:t>&lt; 8)</a:t>
            </a:r>
          </a:p>
          <a:p>
            <a:r>
              <a:rPr lang="en-US" altLang="ko-KR" sz="3529">
                <a:solidFill>
                  <a:srgbClr val="339933"/>
                </a:solidFill>
                <a:ea typeface="굴림" panose="020B0600000101010101" pitchFamily="34" charset="-127"/>
                <a:sym typeface="Symbol" panose="05050102010706020507" pitchFamily="18" charset="2"/>
              </a:rPr>
              <a:t>= 1 – P(</a:t>
            </a:r>
            <a:r>
              <a:rPr lang="en-US" altLang="ko-KR" sz="3529" i="1">
                <a:solidFill>
                  <a:srgbClr val="339933"/>
                </a:solidFill>
                <a:ea typeface="굴림" panose="020B0600000101010101" pitchFamily="34" charset="-127"/>
                <a:sym typeface="Symbol" panose="05050102010706020507" pitchFamily="18" charset="2"/>
              </a:rPr>
              <a:t>x</a:t>
            </a:r>
            <a:r>
              <a:rPr lang="en-US" altLang="ko-KR" sz="3529">
                <a:solidFill>
                  <a:srgbClr val="339933"/>
                </a:solidFill>
                <a:ea typeface="굴림" panose="020B0600000101010101" pitchFamily="34" charset="-127"/>
                <a:sym typeface="Symbol" panose="05050102010706020507" pitchFamily="18" charset="2"/>
              </a:rPr>
              <a:t>  7) </a:t>
            </a:r>
          </a:p>
          <a:p>
            <a:r>
              <a:rPr lang="en-US" altLang="ko-KR" sz="3529">
                <a:solidFill>
                  <a:srgbClr val="339933"/>
                </a:solidFill>
                <a:ea typeface="굴림" panose="020B0600000101010101" pitchFamily="34" charset="-127"/>
                <a:sym typeface="Symbol" panose="05050102010706020507" pitchFamily="18" charset="2"/>
              </a:rPr>
              <a:t>= 1 - .999 = .001</a:t>
            </a:r>
          </a:p>
        </p:txBody>
      </p:sp>
      <p:graphicFrame>
        <p:nvGraphicFramePr>
          <p:cNvPr id="13" name="Group 39">
            <a:extLst>
              <a:ext uri="{FF2B5EF4-FFF2-40B4-BE49-F238E27FC236}">
                <a16:creationId xmlns:a16="http://schemas.microsoft.com/office/drawing/2014/main" id="{849FFFBC-A648-726A-9034-579C35122E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9255025"/>
              </p:ext>
            </p:extLst>
          </p:nvPr>
        </p:nvGraphicFramePr>
        <p:xfrm>
          <a:off x="1122502" y="1680633"/>
          <a:ext cx="1680633" cy="5041900"/>
        </p:xfrm>
        <a:graphic>
          <a:graphicData uri="http://schemas.openxmlformats.org/drawingml/2006/table">
            <a:tbl>
              <a:tblPr/>
              <a:tblGrid>
                <a:gridCol w="504190">
                  <a:extLst>
                    <a:ext uri="{9D8B030D-6E8A-4147-A177-3AD203B41FA5}">
                      <a16:colId xmlns:a16="http://schemas.microsoft.com/office/drawing/2014/main" val="2542936610"/>
                    </a:ext>
                  </a:extLst>
                </a:gridCol>
                <a:gridCol w="1176443">
                  <a:extLst>
                    <a:ext uri="{9D8B030D-6E8A-4147-A177-3AD203B41FA5}">
                      <a16:colId xmlns:a16="http://schemas.microsoft.com/office/drawing/2014/main" val="780257779"/>
                    </a:ext>
                  </a:extLst>
                </a:gridCol>
              </a:tblGrid>
              <a:tr h="50419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2600" b="0" i="1" u="none" strike="noStrike" cap="none" normalizeH="0" baseline="0">
                          <a:ln>
                            <a:noFill/>
                          </a:ln>
                          <a:solidFill>
                            <a:srgbClr val="339933"/>
                          </a:solidFill>
                          <a:effectLst/>
                          <a:latin typeface="Times New Roman" panose="02020603050405020304" pitchFamily="18" charset="0"/>
                          <a:ea typeface="굴림" panose="020B0600000101010101" pitchFamily="34" charset="-127"/>
                        </a:rPr>
                        <a:t>k</a:t>
                      </a:r>
                    </a:p>
                  </a:txBody>
                  <a:tcPr marL="100838" marR="100838" marT="50419" marB="50419" horzOverflow="overflow">
                    <a:lnL w="38100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4ECC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2600" b="0" i="1" u="none" strike="noStrike" cap="none" normalizeH="0" baseline="0">
                          <a:ln>
                            <a:noFill/>
                          </a:ln>
                          <a:solidFill>
                            <a:srgbClr val="339933"/>
                          </a:solidFill>
                          <a:effectLst/>
                          <a:latin typeface="Symbol" panose="05050102010706020507" pitchFamily="18" charset="2"/>
                          <a:ea typeface="굴림" panose="020B0600000101010101" pitchFamily="34" charset="-127"/>
                        </a:rPr>
                        <a:t>m</a:t>
                      </a:r>
                      <a:r>
                        <a:rPr kumimoji="0" lang="en-US" altLang="ko-KR" sz="2600" b="0" i="1" u="none" strike="noStrike" cap="none" normalizeH="0" baseline="0">
                          <a:ln>
                            <a:noFill/>
                          </a:ln>
                          <a:solidFill>
                            <a:srgbClr val="339933"/>
                          </a:solidFill>
                          <a:effectLst/>
                          <a:latin typeface="Times New Roman" panose="02020603050405020304" pitchFamily="18" charset="0"/>
                          <a:ea typeface="굴림" panose="020B0600000101010101" pitchFamily="34" charset="-127"/>
                        </a:rPr>
                        <a:t> = </a:t>
                      </a:r>
                      <a:r>
                        <a:rPr kumimoji="0" lang="en-US" altLang="ko-KR" sz="2600" b="0" i="0" u="none" strike="noStrike" cap="none" normalizeH="0" baseline="0">
                          <a:ln>
                            <a:noFill/>
                          </a:ln>
                          <a:solidFill>
                            <a:srgbClr val="339933"/>
                          </a:solidFill>
                          <a:effectLst/>
                          <a:latin typeface="Times New Roman" panose="02020603050405020304" pitchFamily="18" charset="0"/>
                          <a:ea typeface="굴림" panose="020B0600000101010101" pitchFamily="34" charset="-127"/>
                        </a:rPr>
                        <a:t>2</a:t>
                      </a:r>
                      <a:endParaRPr kumimoji="0" lang="en-US" altLang="ko-KR" sz="2600" b="0" i="0" u="none" strike="noStrike" cap="none" normalizeH="0" baseline="0">
                        <a:ln>
                          <a:noFill/>
                        </a:ln>
                        <a:solidFill>
                          <a:srgbClr val="339933"/>
                        </a:solidFill>
                        <a:effectLst/>
                        <a:latin typeface="Symbol" panose="05050102010706020507" pitchFamily="18" charset="2"/>
                        <a:ea typeface="굴림" panose="020B0600000101010101" pitchFamily="34" charset="-127"/>
                      </a:endParaRPr>
                    </a:p>
                  </a:txBody>
                  <a:tcPr marL="100838" marR="100838" marT="50419" marB="50419" horzOverflow="overflow">
                    <a:lnL w="38100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4ECC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0573097"/>
                  </a:ext>
                </a:extLst>
              </a:tr>
              <a:tr h="50419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2600" b="0" i="0" u="none" strike="noStrike" cap="none" normalizeH="0" baseline="0">
                          <a:ln>
                            <a:noFill/>
                          </a:ln>
                          <a:solidFill>
                            <a:srgbClr val="339933"/>
                          </a:solidFill>
                          <a:effectLst/>
                          <a:latin typeface="Times New Roman" panose="02020603050405020304" pitchFamily="18" charset="0"/>
                          <a:ea typeface="굴림" panose="020B0600000101010101" pitchFamily="34" charset="-127"/>
                        </a:rPr>
                        <a:t>0</a:t>
                      </a:r>
                    </a:p>
                  </a:txBody>
                  <a:tcPr marL="100838" marR="100838" marT="50419" marB="50419" horzOverflow="overflow">
                    <a:lnL w="38100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2600" b="0" i="0" u="none" strike="noStrike" cap="none" normalizeH="0" baseline="0">
                          <a:ln>
                            <a:noFill/>
                          </a:ln>
                          <a:solidFill>
                            <a:srgbClr val="339933"/>
                          </a:solidFill>
                          <a:effectLst/>
                          <a:latin typeface="Times New Roman" panose="02020603050405020304" pitchFamily="18" charset="0"/>
                          <a:ea typeface="굴림" panose="020B0600000101010101" pitchFamily="34" charset="-127"/>
                        </a:rPr>
                        <a:t>.135</a:t>
                      </a:r>
                    </a:p>
                  </a:txBody>
                  <a:tcPr marL="100838" marR="100838" marT="50419" marB="50419" horzOverflow="overflow">
                    <a:lnL w="38100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9644529"/>
                  </a:ext>
                </a:extLst>
              </a:tr>
              <a:tr h="50419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2600" b="0" i="0" u="none" strike="noStrike" cap="none" normalizeH="0" baseline="0">
                          <a:ln>
                            <a:noFill/>
                          </a:ln>
                          <a:solidFill>
                            <a:srgbClr val="339933"/>
                          </a:solidFill>
                          <a:effectLst/>
                          <a:latin typeface="Times New Roman" panose="02020603050405020304" pitchFamily="18" charset="0"/>
                          <a:ea typeface="굴림" panose="020B0600000101010101" pitchFamily="34" charset="-127"/>
                        </a:rPr>
                        <a:t>1</a:t>
                      </a:r>
                    </a:p>
                  </a:txBody>
                  <a:tcPr marL="100838" marR="100838" marT="50419" marB="50419" horzOverflow="overflow">
                    <a:lnL w="38100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2600" b="0" i="0" u="none" strike="noStrike" cap="none" normalizeH="0" baseline="0">
                          <a:ln>
                            <a:noFill/>
                          </a:ln>
                          <a:solidFill>
                            <a:srgbClr val="339933"/>
                          </a:solidFill>
                          <a:effectLst/>
                          <a:latin typeface="Times New Roman" panose="02020603050405020304" pitchFamily="18" charset="0"/>
                          <a:ea typeface="굴림" panose="020B0600000101010101" pitchFamily="34" charset="-127"/>
                        </a:rPr>
                        <a:t>.406</a:t>
                      </a:r>
                    </a:p>
                  </a:txBody>
                  <a:tcPr marL="100838" marR="100838" marT="50419" marB="50419" horzOverflow="overflow">
                    <a:lnL w="38100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6089455"/>
                  </a:ext>
                </a:extLst>
              </a:tr>
              <a:tr h="50419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2600" b="0" i="0" u="none" strike="noStrike" cap="none" normalizeH="0" baseline="0">
                          <a:ln>
                            <a:noFill/>
                          </a:ln>
                          <a:solidFill>
                            <a:srgbClr val="339933"/>
                          </a:solidFill>
                          <a:effectLst/>
                          <a:latin typeface="Times New Roman" panose="02020603050405020304" pitchFamily="18" charset="0"/>
                          <a:ea typeface="굴림" panose="020B0600000101010101" pitchFamily="34" charset="-127"/>
                        </a:rPr>
                        <a:t>2</a:t>
                      </a:r>
                    </a:p>
                  </a:txBody>
                  <a:tcPr marL="100838" marR="100838" marT="50419" marB="50419" horzOverflow="overflow">
                    <a:lnL w="38100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2600" b="0" i="0" u="none" strike="noStrike" cap="none" normalizeH="0" baseline="0">
                          <a:ln>
                            <a:noFill/>
                          </a:ln>
                          <a:solidFill>
                            <a:srgbClr val="339933"/>
                          </a:solidFill>
                          <a:effectLst/>
                          <a:latin typeface="Times New Roman" panose="02020603050405020304" pitchFamily="18" charset="0"/>
                          <a:ea typeface="굴림" panose="020B0600000101010101" pitchFamily="34" charset="-127"/>
                        </a:rPr>
                        <a:t>.677</a:t>
                      </a:r>
                    </a:p>
                  </a:txBody>
                  <a:tcPr marL="100838" marR="100838" marT="50419" marB="50419" horzOverflow="overflow">
                    <a:lnL w="38100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6752485"/>
                  </a:ext>
                </a:extLst>
              </a:tr>
              <a:tr h="50419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2600" b="0" i="0" u="none" strike="noStrike" cap="none" normalizeH="0" baseline="0">
                          <a:ln>
                            <a:noFill/>
                          </a:ln>
                          <a:solidFill>
                            <a:srgbClr val="339933"/>
                          </a:solidFill>
                          <a:effectLst/>
                          <a:latin typeface="Times New Roman" panose="02020603050405020304" pitchFamily="18" charset="0"/>
                          <a:ea typeface="굴림" panose="020B0600000101010101" pitchFamily="34" charset="-127"/>
                        </a:rPr>
                        <a:t>3</a:t>
                      </a:r>
                    </a:p>
                  </a:txBody>
                  <a:tcPr marL="100838" marR="100838" marT="50419" marB="50419" horzOverflow="overflow">
                    <a:lnL w="38100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2600" b="0" i="0" u="none" strike="noStrike" cap="none" normalizeH="0" baseline="0">
                          <a:ln>
                            <a:noFill/>
                          </a:ln>
                          <a:solidFill>
                            <a:srgbClr val="339933"/>
                          </a:solidFill>
                          <a:effectLst/>
                          <a:latin typeface="Times New Roman" panose="02020603050405020304" pitchFamily="18" charset="0"/>
                          <a:ea typeface="굴림" panose="020B0600000101010101" pitchFamily="34" charset="-127"/>
                        </a:rPr>
                        <a:t>.857</a:t>
                      </a:r>
                    </a:p>
                  </a:txBody>
                  <a:tcPr marL="100838" marR="100838" marT="50419" marB="50419" horzOverflow="overflow">
                    <a:lnL w="38100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4328735"/>
                  </a:ext>
                </a:extLst>
              </a:tr>
              <a:tr h="50419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2600" b="0" i="0" u="none" strike="noStrike" cap="none" normalizeH="0" baseline="0">
                          <a:ln>
                            <a:noFill/>
                          </a:ln>
                          <a:solidFill>
                            <a:srgbClr val="339933"/>
                          </a:solidFill>
                          <a:effectLst/>
                          <a:latin typeface="Times New Roman" panose="02020603050405020304" pitchFamily="18" charset="0"/>
                          <a:ea typeface="굴림" panose="020B0600000101010101" pitchFamily="34" charset="-127"/>
                        </a:rPr>
                        <a:t>4</a:t>
                      </a:r>
                    </a:p>
                  </a:txBody>
                  <a:tcPr marL="100838" marR="100838" marT="50419" marB="50419" horzOverflow="overflow">
                    <a:lnL w="38100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2600" b="0" i="0" u="none" strike="noStrike" cap="none" normalizeH="0" baseline="0">
                          <a:ln>
                            <a:noFill/>
                          </a:ln>
                          <a:solidFill>
                            <a:srgbClr val="339933"/>
                          </a:solidFill>
                          <a:effectLst/>
                          <a:latin typeface="Times New Roman" panose="02020603050405020304" pitchFamily="18" charset="0"/>
                          <a:ea typeface="굴림" panose="020B0600000101010101" pitchFamily="34" charset="-127"/>
                        </a:rPr>
                        <a:t>.947</a:t>
                      </a:r>
                    </a:p>
                  </a:txBody>
                  <a:tcPr marL="100838" marR="100838" marT="50419" marB="50419" horzOverflow="overflow">
                    <a:lnL w="38100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6704319"/>
                  </a:ext>
                </a:extLst>
              </a:tr>
              <a:tr h="50419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2600" b="0" i="0" u="none" strike="noStrike" cap="none" normalizeH="0" baseline="0">
                          <a:ln>
                            <a:noFill/>
                          </a:ln>
                          <a:solidFill>
                            <a:srgbClr val="339933"/>
                          </a:solidFill>
                          <a:effectLst/>
                          <a:latin typeface="Times New Roman" panose="02020603050405020304" pitchFamily="18" charset="0"/>
                          <a:ea typeface="굴림" panose="020B0600000101010101" pitchFamily="34" charset="-127"/>
                        </a:rPr>
                        <a:t>5</a:t>
                      </a:r>
                    </a:p>
                  </a:txBody>
                  <a:tcPr marL="100838" marR="100838" marT="50419" marB="50419" horzOverflow="overflow">
                    <a:lnL w="38100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2600" b="0" i="0" u="none" strike="noStrike" cap="none" normalizeH="0" baseline="0">
                          <a:ln>
                            <a:noFill/>
                          </a:ln>
                          <a:solidFill>
                            <a:srgbClr val="339933"/>
                          </a:solidFill>
                          <a:effectLst/>
                          <a:latin typeface="Times New Roman" panose="02020603050405020304" pitchFamily="18" charset="0"/>
                          <a:ea typeface="굴림" panose="020B0600000101010101" pitchFamily="34" charset="-127"/>
                        </a:rPr>
                        <a:t>.983</a:t>
                      </a:r>
                    </a:p>
                  </a:txBody>
                  <a:tcPr marL="100838" marR="100838" marT="50419" marB="50419" horzOverflow="overflow">
                    <a:lnL w="38100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25000202"/>
                  </a:ext>
                </a:extLst>
              </a:tr>
              <a:tr h="50419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2600" b="0" i="0" u="none" strike="noStrike" cap="none" normalizeH="0" baseline="0">
                          <a:ln>
                            <a:noFill/>
                          </a:ln>
                          <a:solidFill>
                            <a:srgbClr val="339933"/>
                          </a:solidFill>
                          <a:effectLst/>
                          <a:latin typeface="Times New Roman" panose="02020603050405020304" pitchFamily="18" charset="0"/>
                          <a:ea typeface="굴림" panose="020B0600000101010101" pitchFamily="34" charset="-127"/>
                        </a:rPr>
                        <a:t>6</a:t>
                      </a:r>
                    </a:p>
                  </a:txBody>
                  <a:tcPr marL="100838" marR="100838" marT="50419" marB="50419" horzOverflow="overflow">
                    <a:lnL w="38100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2600" b="0" i="0" u="none" strike="noStrike" cap="none" normalizeH="0" baseline="0">
                          <a:ln>
                            <a:noFill/>
                          </a:ln>
                          <a:solidFill>
                            <a:srgbClr val="339933"/>
                          </a:solidFill>
                          <a:effectLst/>
                          <a:latin typeface="Times New Roman" panose="02020603050405020304" pitchFamily="18" charset="0"/>
                          <a:ea typeface="굴림" panose="020B0600000101010101" pitchFamily="34" charset="-127"/>
                        </a:rPr>
                        <a:t>.995</a:t>
                      </a:r>
                    </a:p>
                  </a:txBody>
                  <a:tcPr marL="100838" marR="100838" marT="50419" marB="50419" horzOverflow="overflow">
                    <a:lnL w="38100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6859837"/>
                  </a:ext>
                </a:extLst>
              </a:tr>
              <a:tr h="50419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2600" b="0" i="0" u="none" strike="noStrike" cap="none" normalizeH="0" baseline="0">
                          <a:ln>
                            <a:noFill/>
                          </a:ln>
                          <a:solidFill>
                            <a:srgbClr val="339933"/>
                          </a:solidFill>
                          <a:effectLst/>
                          <a:latin typeface="Times New Roman" panose="02020603050405020304" pitchFamily="18" charset="0"/>
                          <a:ea typeface="굴림" panose="020B0600000101010101" pitchFamily="34" charset="-127"/>
                        </a:rPr>
                        <a:t>7</a:t>
                      </a:r>
                    </a:p>
                  </a:txBody>
                  <a:tcPr marL="100838" marR="100838" marT="50419" marB="50419" horzOverflow="overflow">
                    <a:lnL w="38100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2600" b="0" i="0" u="none" strike="noStrike" cap="none" normalizeH="0" baseline="0">
                          <a:ln>
                            <a:noFill/>
                          </a:ln>
                          <a:solidFill>
                            <a:srgbClr val="339933"/>
                          </a:solidFill>
                          <a:effectLst/>
                          <a:latin typeface="Times New Roman" panose="02020603050405020304" pitchFamily="18" charset="0"/>
                          <a:ea typeface="굴림" panose="020B0600000101010101" pitchFamily="34" charset="-127"/>
                        </a:rPr>
                        <a:t>.999</a:t>
                      </a:r>
                    </a:p>
                  </a:txBody>
                  <a:tcPr marL="100838" marR="100838" marT="50419" marB="50419" horzOverflow="overflow">
                    <a:lnL w="38100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6445311"/>
                  </a:ext>
                </a:extLst>
              </a:tr>
              <a:tr h="50419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2600" b="0" i="0" u="none" strike="noStrike" cap="none" normalizeH="0" baseline="0">
                          <a:ln>
                            <a:noFill/>
                          </a:ln>
                          <a:solidFill>
                            <a:srgbClr val="339933"/>
                          </a:solidFill>
                          <a:effectLst/>
                          <a:latin typeface="Times New Roman" panose="02020603050405020304" pitchFamily="18" charset="0"/>
                          <a:ea typeface="굴림" panose="020B0600000101010101" pitchFamily="34" charset="-127"/>
                        </a:rPr>
                        <a:t>8</a:t>
                      </a:r>
                    </a:p>
                  </a:txBody>
                  <a:tcPr marL="100838" marR="100838" marT="50419" marB="50419" horzOverflow="overflow">
                    <a:lnL w="38100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2600" b="0" i="0" u="none" strike="noStrike" cap="none" normalizeH="0" baseline="0">
                          <a:ln>
                            <a:noFill/>
                          </a:ln>
                          <a:solidFill>
                            <a:srgbClr val="339933"/>
                          </a:solidFill>
                          <a:effectLst/>
                          <a:latin typeface="Times New Roman" panose="02020603050405020304" pitchFamily="18" charset="0"/>
                          <a:ea typeface="굴림" panose="020B0600000101010101" pitchFamily="34" charset="-127"/>
                        </a:rPr>
                        <a:t>1.000</a:t>
                      </a:r>
                    </a:p>
                  </a:txBody>
                  <a:tcPr marL="100838" marR="100838" marT="50419" marB="50419" horzOverflow="overflow">
                    <a:lnL w="38100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6117080"/>
                  </a:ext>
                </a:extLst>
              </a:tr>
            </a:tbl>
          </a:graphicData>
        </a:graphic>
      </p:graphicFrame>
      <p:grpSp>
        <p:nvGrpSpPr>
          <p:cNvPr id="14" name="Group 79">
            <a:extLst>
              <a:ext uri="{FF2B5EF4-FFF2-40B4-BE49-F238E27FC236}">
                <a16:creationId xmlns:a16="http://schemas.microsoft.com/office/drawing/2014/main" id="{24AB0BFB-9229-06BB-4DBA-1AA990654936}"/>
              </a:ext>
            </a:extLst>
          </p:cNvPr>
          <p:cNvGrpSpPr>
            <a:grpSpLocks/>
          </p:cNvGrpSpPr>
          <p:nvPr/>
        </p:nvGrpSpPr>
        <p:grpSpPr bwMode="auto">
          <a:xfrm>
            <a:off x="3391357" y="4789806"/>
            <a:ext cx="7081715" cy="2270213"/>
            <a:chOff x="1728" y="2736"/>
            <a:chExt cx="3552" cy="1071"/>
          </a:xfrm>
        </p:grpSpPr>
        <p:sp>
          <p:nvSpPr>
            <p:cNvPr id="15" name="Text Box 74">
              <a:extLst>
                <a:ext uri="{FF2B5EF4-FFF2-40B4-BE49-F238E27FC236}">
                  <a16:creationId xmlns:a16="http://schemas.microsoft.com/office/drawing/2014/main" id="{03FD71D2-C29A-497B-C38D-FA02808C194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28" y="2736"/>
              <a:ext cx="3552" cy="1071"/>
            </a:xfrm>
            <a:prstGeom prst="rect">
              <a:avLst/>
            </a:prstGeom>
            <a:solidFill>
              <a:srgbClr val="CC0066"/>
            </a:solidFill>
            <a:ln w="28575">
              <a:solidFill>
                <a:srgbClr val="F4ECC6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ko-KR" sz="2316">
                  <a:solidFill>
                    <a:srgbClr val="F4ECC6"/>
                  </a:solidFill>
                  <a:ea typeface="굴림" panose="020B0600000101010101" pitchFamily="34" charset="-127"/>
                </a:rPr>
                <a:t>This would be very unusual (small probability) since </a:t>
              </a:r>
              <a:r>
                <a:rPr lang="en-US" altLang="ko-KR" sz="2316" i="1">
                  <a:solidFill>
                    <a:srgbClr val="F4ECC6"/>
                  </a:solidFill>
                  <a:ea typeface="굴림" panose="020B0600000101010101" pitchFamily="34" charset="-127"/>
                </a:rPr>
                <a:t>x</a:t>
              </a:r>
              <a:r>
                <a:rPr lang="en-US" altLang="ko-KR" sz="2316">
                  <a:solidFill>
                    <a:srgbClr val="F4ECC6"/>
                  </a:solidFill>
                  <a:ea typeface="굴림" panose="020B0600000101010101" pitchFamily="34" charset="-127"/>
                </a:rPr>
                <a:t> = 8 lies</a:t>
              </a:r>
            </a:p>
            <a:p>
              <a:pPr>
                <a:spcBef>
                  <a:spcPct val="50000"/>
                </a:spcBef>
              </a:pPr>
              <a:endParaRPr lang="en-US" altLang="ko-KR" sz="2316">
                <a:solidFill>
                  <a:srgbClr val="F4ECC6"/>
                </a:solidFill>
                <a:ea typeface="굴림" panose="020B0600000101010101" pitchFamily="34" charset="-127"/>
              </a:endParaRPr>
            </a:p>
            <a:p>
              <a:pPr>
                <a:spcBef>
                  <a:spcPct val="50000"/>
                </a:spcBef>
              </a:pPr>
              <a:r>
                <a:rPr lang="en-US" altLang="ko-KR" sz="2316">
                  <a:solidFill>
                    <a:srgbClr val="F4ECC6"/>
                  </a:solidFill>
                  <a:ea typeface="굴림" panose="020B0600000101010101" pitchFamily="34" charset="-127"/>
                </a:rPr>
                <a:t>standard deviations above the mean.</a:t>
              </a:r>
            </a:p>
          </p:txBody>
        </p:sp>
        <p:graphicFrame>
          <p:nvGraphicFramePr>
            <p:cNvPr id="16" name="Object 75">
              <a:extLst>
                <a:ext uri="{FF2B5EF4-FFF2-40B4-BE49-F238E27FC236}">
                  <a16:creationId xmlns:a16="http://schemas.microsoft.com/office/drawing/2014/main" id="{F301C9D1-63A6-13F3-BE8C-2BE2060EF28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20291469"/>
                </p:ext>
              </p:extLst>
            </p:nvPr>
          </p:nvGraphicFramePr>
          <p:xfrm>
            <a:off x="2280" y="2951"/>
            <a:ext cx="1680" cy="4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" imgW="1536480" imgH="444240" progId="Equation.3">
                    <p:embed/>
                  </p:oleObj>
                </mc:Choice>
                <mc:Fallback>
                  <p:oleObj name="Equation" r:id="rId3" imgW="1536480" imgH="444240" progId="Equation.3">
                    <p:embed/>
                    <p:pic>
                      <p:nvPicPr>
                        <p:cNvPr id="16" name="Object 75">
                          <a:extLst>
                            <a:ext uri="{FF2B5EF4-FFF2-40B4-BE49-F238E27FC236}">
                              <a16:creationId xmlns:a16="http://schemas.microsoft.com/office/drawing/2014/main" id="{F301C9D1-63A6-13F3-BE8C-2BE2060EF28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80" y="2951"/>
                          <a:ext cx="1680" cy="48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9092789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 animBg="1" autoUpdateAnimBg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7792F0D7-57FE-6E36-B6A9-29D4042C43B0}"/>
              </a:ext>
            </a:extLst>
          </p:cNvPr>
          <p:cNvSpPr txBox="1"/>
          <p:nvPr/>
        </p:nvSpPr>
        <p:spPr>
          <a:xfrm>
            <a:off x="1605516" y="3140971"/>
            <a:ext cx="7751133" cy="70788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ctr" defTabSz="400827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en-US" sz="4000" b="1" i="0" u="none" strike="noStrike" kern="0" cap="none" spc="-75" normalizeH="0" baseline="0" noProof="0" dirty="0">
                <a:ln>
                  <a:noFill/>
                </a:ln>
                <a:solidFill>
                  <a:srgbClr val="0079B8"/>
                </a:solidFill>
                <a:effectLst/>
                <a:uLnTx/>
                <a:uFillTx/>
                <a:latin typeface="Open Sans"/>
                <a:ea typeface="Open Sans ExtraBold" panose="020B0606030504020204" pitchFamily="34" charset="0"/>
                <a:cs typeface="Open Sans ExtraBold" panose="020B0606030504020204" pitchFamily="34" charset="0"/>
                <a:sym typeface="Helvetica Neue"/>
              </a:rPr>
              <a:t>Hypergeometric Distributions</a:t>
            </a:r>
            <a:endParaRPr lang="en-ID" sz="4400" b="1" dirty="0">
              <a:solidFill>
                <a:srgbClr val="00B0F0"/>
              </a:solidFill>
              <a:latin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2370488850"/>
      </p:ext>
    </p:extLst>
  </p:cSld>
  <p:clrMapOvr>
    <a:masterClrMapping/>
  </p:clrMapOvr>
  <p:transition spd="med"/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>
            <a:extLst>
              <a:ext uri="{FF2B5EF4-FFF2-40B4-BE49-F238E27FC236}">
                <a16:creationId xmlns:a16="http://schemas.microsoft.com/office/drawing/2014/main" id="{7529C2CA-AE84-99B4-F76B-CA930C6151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378329" y="467294"/>
            <a:ext cx="6496493" cy="1129308"/>
          </a:xfrm>
        </p:spPr>
        <p:txBody>
          <a:bodyPr>
            <a:noAutofit/>
          </a:bodyPr>
          <a:lstStyle/>
          <a:p>
            <a:pPr algn="ctr"/>
            <a:r>
              <a:rPr lang="en-US" altLang="en-US" sz="4000" dirty="0"/>
              <a:t>The Hypergeometric Probability Distribution</a:t>
            </a:r>
          </a:p>
        </p:txBody>
      </p:sp>
      <p:sp>
        <p:nvSpPr>
          <p:cNvPr id="2" name="Rectangle 4">
            <a:extLst>
              <a:ext uri="{FF2B5EF4-FFF2-40B4-BE49-F238E27FC236}">
                <a16:creationId xmlns:a16="http://schemas.microsoft.com/office/drawing/2014/main" id="{17F9E911-49D0-C9BA-4606-775C35D4B6F4}"/>
              </a:ext>
            </a:extLst>
          </p:cNvPr>
          <p:cNvSpPr txBox="1">
            <a:spLocks noChangeArrowheads="1"/>
          </p:cNvSpPr>
          <p:nvPr/>
        </p:nvSpPr>
        <p:spPr>
          <a:xfrm>
            <a:off x="1058703" y="1764665"/>
            <a:ext cx="9318673" cy="3193203"/>
          </a:xfrm>
          <a:prstGeom prst="rect">
            <a:avLst/>
          </a:prstGeom>
          <a:noFill/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>
            <a:lvl1pPr marL="267218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1pPr>
            <a:lvl2pPr marL="534436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2pPr>
            <a:lvl3pPr marL="801654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3pPr>
            <a:lvl4pPr marL="1068873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4pPr>
            <a:lvl5pPr marL="1336091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5pPr>
            <a:lvl6pPr marL="1603309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1870527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2137745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2404963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fontAlgn="auto"/>
            <a:r>
              <a:rPr lang="en-US" altLang="ko-KR" sz="3000" kern="0" dirty="0">
                <a:ea typeface="굴림" panose="020B0600000101010101" pitchFamily="34" charset="-127"/>
              </a:rPr>
              <a:t>The “M&amp;M</a:t>
            </a:r>
            <a:r>
              <a:rPr lang="en-US" altLang="ko-KR" sz="3000" kern="0" baseline="30000" dirty="0">
                <a:ea typeface="굴림" panose="020B0600000101010101" pitchFamily="34" charset="-127"/>
              </a:rPr>
              <a:t>®</a:t>
            </a:r>
            <a:r>
              <a:rPr lang="en-US" altLang="ko-KR" sz="3000" kern="0" dirty="0">
                <a:ea typeface="굴림" panose="020B0600000101010101" pitchFamily="34" charset="-127"/>
              </a:rPr>
              <a:t> problems” on the previous slide are modeled by the </a:t>
            </a:r>
            <a:r>
              <a:rPr lang="en-US" altLang="ko-KR" sz="3000" b="1" kern="0" dirty="0"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anose="020B0600000101010101" pitchFamily="34" charset="-127"/>
              </a:rPr>
              <a:t>hypergeometric distribution</a:t>
            </a:r>
            <a:r>
              <a:rPr lang="en-US" altLang="ko-KR" sz="3000" kern="0" dirty="0">
                <a:ea typeface="굴림" panose="020B0600000101010101" pitchFamily="34" charset="-127"/>
              </a:rPr>
              <a:t>.</a:t>
            </a:r>
          </a:p>
          <a:p>
            <a:pPr fontAlgn="auto"/>
            <a:r>
              <a:rPr lang="en-US" altLang="ko-KR" sz="3000" kern="0" dirty="0">
                <a:ea typeface="굴림" panose="020B0600000101010101" pitchFamily="34" charset="-127"/>
              </a:rPr>
              <a:t>A bowl contains M </a:t>
            </a:r>
            <a:r>
              <a:rPr lang="en-US" altLang="ko-KR" sz="3000" b="1" kern="0" dirty="0">
                <a:solidFill>
                  <a:schemeClr val="accent5"/>
                </a:solidFill>
                <a:ea typeface="굴림" panose="020B0600000101010101" pitchFamily="34" charset="-127"/>
              </a:rPr>
              <a:t>red</a:t>
            </a:r>
            <a:r>
              <a:rPr lang="en-US" altLang="ko-KR" sz="3000" kern="0" dirty="0">
                <a:ea typeface="굴림" panose="020B0600000101010101" pitchFamily="34" charset="-127"/>
              </a:rPr>
              <a:t> candies and N-M </a:t>
            </a:r>
            <a:r>
              <a:rPr lang="en-US" altLang="ko-KR" sz="3000" b="1" kern="0" dirty="0">
                <a:solidFill>
                  <a:schemeClr val="accent1"/>
                </a:solidFill>
                <a:ea typeface="굴림" panose="020B0600000101010101" pitchFamily="34" charset="-127"/>
              </a:rPr>
              <a:t>blue</a:t>
            </a:r>
            <a:r>
              <a:rPr lang="en-US" altLang="ko-KR" sz="3000" kern="0" dirty="0">
                <a:ea typeface="굴림" panose="020B0600000101010101" pitchFamily="34" charset="-127"/>
              </a:rPr>
              <a:t> candies. Select </a:t>
            </a:r>
            <a:r>
              <a:rPr lang="en-US" altLang="ko-KR" sz="3000" i="1" kern="0" dirty="0">
                <a:ea typeface="굴림" panose="020B0600000101010101" pitchFamily="34" charset="-127"/>
              </a:rPr>
              <a:t>n</a:t>
            </a:r>
            <a:r>
              <a:rPr lang="en-US" altLang="ko-KR" sz="3000" kern="0" dirty="0">
                <a:ea typeface="굴림" panose="020B0600000101010101" pitchFamily="34" charset="-127"/>
              </a:rPr>
              <a:t> candies from the bowl and record </a:t>
            </a:r>
            <a:r>
              <a:rPr lang="en-US" altLang="ko-KR" sz="3000" i="1" kern="0" dirty="0">
                <a:ea typeface="굴림" panose="020B0600000101010101" pitchFamily="34" charset="-127"/>
              </a:rPr>
              <a:t>x</a:t>
            </a:r>
            <a:r>
              <a:rPr lang="en-US" altLang="ko-KR" sz="3000" kern="0" dirty="0">
                <a:ea typeface="굴림" panose="020B0600000101010101" pitchFamily="34" charset="-127"/>
              </a:rPr>
              <a:t> the number of red candies selected. Define a “red M&amp;M</a:t>
            </a:r>
            <a:r>
              <a:rPr lang="en-US" altLang="ko-KR" sz="3000" kern="0" baseline="30000" dirty="0">
                <a:ea typeface="굴림" panose="020B0600000101010101" pitchFamily="34" charset="-127"/>
              </a:rPr>
              <a:t>®</a:t>
            </a:r>
            <a:r>
              <a:rPr lang="en-US" altLang="ko-KR" sz="3000" kern="0" dirty="0">
                <a:ea typeface="굴림" panose="020B0600000101010101" pitchFamily="34" charset="-127"/>
              </a:rPr>
              <a:t>” to be a “success”.</a:t>
            </a:r>
          </a:p>
          <a:p>
            <a:pPr fontAlgn="auto"/>
            <a:endParaRPr lang="ko-KR" altLang="en-US" sz="3529" kern="0" dirty="0">
              <a:ea typeface="굴림" panose="020B0600000101010101" pitchFamily="34" charset="-127"/>
            </a:endParaRPr>
          </a:p>
        </p:txBody>
      </p:sp>
      <p:grpSp>
        <p:nvGrpSpPr>
          <p:cNvPr id="3" name="Group 40">
            <a:extLst>
              <a:ext uri="{FF2B5EF4-FFF2-40B4-BE49-F238E27FC236}">
                <a16:creationId xmlns:a16="http://schemas.microsoft.com/office/drawing/2014/main" id="{6EE802B2-3867-CA4F-7ED9-01C7BA2CF0BF}"/>
              </a:ext>
            </a:extLst>
          </p:cNvPr>
          <p:cNvGrpSpPr>
            <a:grpSpLocks/>
          </p:cNvGrpSpPr>
          <p:nvPr/>
        </p:nvGrpSpPr>
        <p:grpSpPr bwMode="auto">
          <a:xfrm>
            <a:off x="1730957" y="4847193"/>
            <a:ext cx="7402410" cy="2557714"/>
            <a:chOff x="816" y="2787"/>
            <a:chExt cx="4080" cy="1461"/>
          </a:xfrm>
        </p:grpSpPr>
        <p:sp>
          <p:nvSpPr>
            <p:cNvPr id="4" name="Text Box 9">
              <a:extLst>
                <a:ext uri="{FF2B5EF4-FFF2-40B4-BE49-F238E27FC236}">
                  <a16:creationId xmlns:a16="http://schemas.microsoft.com/office/drawing/2014/main" id="{55E820D5-A54E-60EB-CF2E-9433F1F414F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6" y="2787"/>
              <a:ext cx="4080" cy="1461"/>
            </a:xfrm>
            <a:prstGeom prst="rect">
              <a:avLst/>
            </a:prstGeom>
            <a:solidFill>
              <a:srgbClr val="F4ECC6"/>
            </a:solidFill>
            <a:ln w="28575">
              <a:solidFill>
                <a:srgbClr val="CC0066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ko-KR" sz="2800" dirty="0">
                  <a:solidFill>
                    <a:srgbClr val="333333"/>
                  </a:solidFill>
                  <a:ea typeface="굴림" panose="020B0600000101010101" pitchFamily="34" charset="-127"/>
                </a:rPr>
                <a:t>The probability of exactly </a:t>
              </a:r>
              <a:r>
                <a:rPr lang="en-US" altLang="ko-KR" sz="2800" i="1" dirty="0">
                  <a:solidFill>
                    <a:srgbClr val="333333"/>
                  </a:solidFill>
                  <a:ea typeface="굴림" panose="020B0600000101010101" pitchFamily="34" charset="-127"/>
                </a:rPr>
                <a:t>k</a:t>
              </a:r>
              <a:r>
                <a:rPr lang="en-US" altLang="ko-KR" sz="2800" dirty="0">
                  <a:solidFill>
                    <a:srgbClr val="333333"/>
                  </a:solidFill>
                  <a:ea typeface="굴림" panose="020B0600000101010101" pitchFamily="34" charset="-127"/>
                </a:rPr>
                <a:t> successes in </a:t>
              </a:r>
              <a:r>
                <a:rPr lang="en-US" altLang="ko-KR" sz="2800" i="1" dirty="0">
                  <a:solidFill>
                    <a:srgbClr val="333333"/>
                  </a:solidFill>
                  <a:ea typeface="굴림" panose="020B0600000101010101" pitchFamily="34" charset="-127"/>
                </a:rPr>
                <a:t>n</a:t>
              </a:r>
              <a:r>
                <a:rPr lang="en-US" altLang="ko-KR" sz="2800" dirty="0">
                  <a:solidFill>
                    <a:srgbClr val="333333"/>
                  </a:solidFill>
                  <a:ea typeface="굴림" panose="020B0600000101010101" pitchFamily="34" charset="-127"/>
                </a:rPr>
                <a:t> trials is</a:t>
              </a:r>
            </a:p>
            <a:p>
              <a:pPr>
                <a:spcBef>
                  <a:spcPct val="50000"/>
                </a:spcBef>
              </a:pPr>
              <a:endParaRPr lang="en-US" altLang="ko-KR" sz="2316" dirty="0">
                <a:solidFill>
                  <a:srgbClr val="333333"/>
                </a:solidFill>
                <a:ea typeface="굴림" panose="020B0600000101010101" pitchFamily="34" charset="-127"/>
              </a:endParaRPr>
            </a:p>
            <a:p>
              <a:pPr>
                <a:spcBef>
                  <a:spcPct val="50000"/>
                </a:spcBef>
              </a:pPr>
              <a:endParaRPr lang="en-US" altLang="ko-KR" sz="2316" dirty="0">
                <a:solidFill>
                  <a:srgbClr val="333333"/>
                </a:solidFill>
                <a:ea typeface="굴림" panose="020B0600000101010101" pitchFamily="34" charset="-127"/>
              </a:endParaRPr>
            </a:p>
            <a:p>
              <a:pPr>
                <a:spcBef>
                  <a:spcPct val="50000"/>
                </a:spcBef>
              </a:pPr>
              <a:endParaRPr lang="ko-KR" altLang="en-US" sz="2316" dirty="0">
                <a:solidFill>
                  <a:srgbClr val="333333"/>
                </a:solidFill>
                <a:ea typeface="굴림" panose="020B0600000101010101" pitchFamily="34" charset="-127"/>
              </a:endParaRPr>
            </a:p>
          </p:txBody>
        </p:sp>
        <p:graphicFrame>
          <p:nvGraphicFramePr>
            <p:cNvPr id="8" name="Object 10">
              <a:extLst>
                <a:ext uri="{FF2B5EF4-FFF2-40B4-BE49-F238E27FC236}">
                  <a16:creationId xmlns:a16="http://schemas.microsoft.com/office/drawing/2014/main" id="{D387CAFA-2D0A-AC94-21AB-C8CA71B5210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680" y="3168"/>
            <a:ext cx="2256" cy="7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" imgW="1307880" imgH="457200" progId="Equation.3">
                    <p:embed/>
                  </p:oleObj>
                </mc:Choice>
                <mc:Fallback>
                  <p:oleObj name="Equation" r:id="rId3" imgW="1307880" imgH="457200" progId="Equation.3">
                    <p:embed/>
                    <p:pic>
                      <p:nvPicPr>
                        <p:cNvPr id="8" name="Object 10">
                          <a:extLst>
                            <a:ext uri="{FF2B5EF4-FFF2-40B4-BE49-F238E27FC236}">
                              <a16:creationId xmlns:a16="http://schemas.microsoft.com/office/drawing/2014/main" id="{D387CAFA-2D0A-AC94-21AB-C8CA71B5210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80" y="3168"/>
                          <a:ext cx="2256" cy="7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4172638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utoUpdateAnimBg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>
            <a:extLst>
              <a:ext uri="{FF2B5EF4-FFF2-40B4-BE49-F238E27FC236}">
                <a16:creationId xmlns:a16="http://schemas.microsoft.com/office/drawing/2014/main" id="{7529C2CA-AE84-99B4-F76B-CA930C6151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98526" y="679768"/>
            <a:ext cx="6496493" cy="659757"/>
          </a:xfrm>
        </p:spPr>
        <p:txBody>
          <a:bodyPr>
            <a:noAutofit/>
          </a:bodyPr>
          <a:lstStyle/>
          <a:p>
            <a:pPr algn="ctr"/>
            <a:r>
              <a:rPr lang="en-US" altLang="en-US" sz="4000" dirty="0"/>
              <a:t>The Mean and Variance</a:t>
            </a:r>
          </a:p>
        </p:txBody>
      </p:sp>
      <p:sp>
        <p:nvSpPr>
          <p:cNvPr id="5" name="Text Box 5">
            <a:extLst>
              <a:ext uri="{FF2B5EF4-FFF2-40B4-BE49-F238E27FC236}">
                <a16:creationId xmlns:a16="http://schemas.microsoft.com/office/drawing/2014/main" id="{C946BED3-5AF0-67D0-671B-AEF30B3E63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8863" y="1764666"/>
            <a:ext cx="8739293" cy="172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3529">
                <a:solidFill>
                  <a:srgbClr val="339933"/>
                </a:solidFill>
                <a:ea typeface="굴림" panose="020B0600000101010101" pitchFamily="34" charset="-127"/>
              </a:rPr>
              <a:t>The mean and variance of the hypergeometric random variable </a:t>
            </a:r>
            <a:r>
              <a:rPr lang="en-US" altLang="ko-KR" sz="3529" i="1">
                <a:solidFill>
                  <a:srgbClr val="339933"/>
                </a:solidFill>
                <a:ea typeface="굴림" panose="020B0600000101010101" pitchFamily="34" charset="-127"/>
              </a:rPr>
              <a:t>x</a:t>
            </a:r>
            <a:r>
              <a:rPr lang="en-US" altLang="ko-KR" sz="3529">
                <a:solidFill>
                  <a:srgbClr val="339933"/>
                </a:solidFill>
                <a:ea typeface="굴림" panose="020B0600000101010101" pitchFamily="34" charset="-127"/>
              </a:rPr>
              <a:t> resemble the mean and variance of the binomial random variable:</a:t>
            </a:r>
            <a:endParaRPr lang="en-US" altLang="ko-KR" sz="3529">
              <a:solidFill>
                <a:srgbClr val="333333"/>
              </a:solidFill>
              <a:effectLst>
                <a:outerShdw blurRad="38100" dist="38100" dir="2700000" algn="tl">
                  <a:srgbClr val="C0C0C0"/>
                </a:outerShdw>
              </a:effectLst>
              <a:ea typeface="굴림" panose="020B0600000101010101" pitchFamily="34" charset="-127"/>
            </a:endParaRPr>
          </a:p>
        </p:txBody>
      </p:sp>
      <p:graphicFrame>
        <p:nvGraphicFramePr>
          <p:cNvPr id="6" name="Object 11">
            <a:extLst>
              <a:ext uri="{FF2B5EF4-FFF2-40B4-BE49-F238E27FC236}">
                <a16:creationId xmlns:a16="http://schemas.microsoft.com/office/drawing/2014/main" id="{93C28FEE-7F2D-C97A-FFA2-F0319AB5BF9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47257169"/>
              </p:ext>
            </p:extLst>
          </p:nvPr>
        </p:nvGraphicFramePr>
        <p:xfrm>
          <a:off x="1646926" y="3667557"/>
          <a:ext cx="7804441" cy="27695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501640" imgH="888840" progId="Equation.3">
                  <p:embed/>
                </p:oleObj>
              </mc:Choice>
              <mc:Fallback>
                <p:oleObj name="Equation" r:id="rId3" imgW="2501640" imgH="888840" progId="Equation.3">
                  <p:embed/>
                  <p:pic>
                    <p:nvPicPr>
                      <p:cNvPr id="6" name="Object 11">
                        <a:extLst>
                          <a:ext uri="{FF2B5EF4-FFF2-40B4-BE49-F238E27FC236}">
                            <a16:creationId xmlns:a16="http://schemas.microsoft.com/office/drawing/2014/main" id="{93C28FEE-7F2D-C97A-FFA2-F0319AB5BF9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46926" y="3667557"/>
                        <a:ext cx="7804441" cy="2769544"/>
                      </a:xfrm>
                      <a:prstGeom prst="rect">
                        <a:avLst/>
                      </a:prstGeom>
                      <a:solidFill>
                        <a:srgbClr val="F4ECC6"/>
                      </a:solidFill>
                      <a:ln w="28575">
                        <a:solidFill>
                          <a:srgbClr val="CC0066"/>
                        </a:solidFill>
                        <a:miter lim="800000"/>
                        <a:headEnd/>
                        <a:tailEnd/>
                      </a:ln>
                      <a:effectLst>
                        <a:outerShdw dist="107763" dir="2700000" algn="ctr" rotWithShape="0">
                          <a:srgbClr val="808080"/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069917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>
            <a:extLst>
              <a:ext uri="{FF2B5EF4-FFF2-40B4-BE49-F238E27FC236}">
                <a16:creationId xmlns:a16="http://schemas.microsoft.com/office/drawing/2014/main" id="{7529C2CA-AE84-99B4-F76B-CA930C6151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98526" y="679768"/>
            <a:ext cx="6496493" cy="659757"/>
          </a:xfrm>
        </p:spPr>
        <p:txBody>
          <a:bodyPr>
            <a:noAutofit/>
          </a:bodyPr>
          <a:lstStyle/>
          <a:p>
            <a:pPr algn="ctr"/>
            <a:r>
              <a:rPr lang="en-US" altLang="en-US" sz="4000" dirty="0"/>
              <a:t>Example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3683FC0F-71C4-F04D-8616-8083A38C04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38695" y="4173281"/>
            <a:ext cx="7848600" cy="2590800"/>
          </a:xfrm>
          <a:prstGeom prst="rect">
            <a:avLst/>
          </a:prstGeom>
          <a:solidFill>
            <a:srgbClr val="F4ECC6"/>
          </a:solidFill>
          <a:ln w="28575">
            <a:solidFill>
              <a:srgbClr val="CC0066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/>
            <a:endParaRPr lang="ko-KR" altLang="en-US">
              <a:solidFill>
                <a:srgbClr val="CC0066"/>
              </a:solidFill>
              <a:ea typeface="굴림" panose="020B0600000101010101" pitchFamily="34" charset="-127"/>
            </a:endParaRPr>
          </a:p>
        </p:txBody>
      </p:sp>
      <p:sp>
        <p:nvSpPr>
          <p:cNvPr id="3" name="Text Box 5">
            <a:extLst>
              <a:ext uri="{FF2B5EF4-FFF2-40B4-BE49-F238E27FC236}">
                <a16:creationId xmlns:a16="http://schemas.microsoft.com/office/drawing/2014/main" id="{771F8204-1FAD-FDAC-FCA5-BF86D412B1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38694" y="1655141"/>
            <a:ext cx="9170579" cy="2062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ko-KR" sz="3200" b="0">
                <a:solidFill>
                  <a:srgbClr val="339933"/>
                </a:solidFill>
                <a:ea typeface="굴림" panose="020B0600000101010101" pitchFamily="34" charset="-127"/>
              </a:rPr>
              <a:t>A package of 8 AA batteries contains 2 batteries that are defective. A student randomly selects four batteries and replaces the batteries in his calculator. What is the probability that all four batteries work?</a:t>
            </a:r>
            <a:endParaRPr lang="en-US" altLang="ko-KR" sz="3200">
              <a:solidFill>
                <a:srgbClr val="333333"/>
              </a:solidFill>
              <a:effectLst>
                <a:outerShdw blurRad="38100" dist="38100" dir="2700000" algn="tl">
                  <a:srgbClr val="C0C0C0"/>
                </a:outerShdw>
              </a:effectLst>
              <a:ea typeface="굴림" panose="020B0600000101010101" pitchFamily="34" charset="-127"/>
            </a:endParaRPr>
          </a:p>
        </p:txBody>
      </p:sp>
      <p:graphicFrame>
        <p:nvGraphicFramePr>
          <p:cNvPr id="4" name="Object 6">
            <a:extLst>
              <a:ext uri="{FF2B5EF4-FFF2-40B4-BE49-F238E27FC236}">
                <a16:creationId xmlns:a16="http://schemas.microsoft.com/office/drawing/2014/main" id="{3EAE0F82-B0E3-438A-BD8D-7A975A30CF5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25463055"/>
              </p:ext>
            </p:extLst>
          </p:nvPr>
        </p:nvGraphicFramePr>
        <p:xfrm>
          <a:off x="5277295" y="4173281"/>
          <a:ext cx="2819400" cy="1190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079280" imgH="457200" progId="Equation.3">
                  <p:embed/>
                </p:oleObj>
              </mc:Choice>
              <mc:Fallback>
                <p:oleObj name="Equation" r:id="rId3" imgW="1079280" imgH="457200" progId="Equation.3">
                  <p:embed/>
                  <p:pic>
                    <p:nvPicPr>
                      <p:cNvPr id="4" name="Object 6">
                        <a:extLst>
                          <a:ext uri="{FF2B5EF4-FFF2-40B4-BE49-F238E27FC236}">
                            <a16:creationId xmlns:a16="http://schemas.microsoft.com/office/drawing/2014/main" id="{3EAE0F82-B0E3-438A-BD8D-7A975A30CF5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77295" y="4173281"/>
                        <a:ext cx="2819400" cy="1190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4ECC6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rgbClr val="CC0066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107763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Box 14">
            <a:extLst>
              <a:ext uri="{FF2B5EF4-FFF2-40B4-BE49-F238E27FC236}">
                <a16:creationId xmlns:a16="http://schemas.microsoft.com/office/drawing/2014/main" id="{8607DE41-81EC-4A19-B060-78F870218F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91095" y="4401881"/>
            <a:ext cx="3657600" cy="2100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ko-KR">
                <a:solidFill>
                  <a:srgbClr val="333333"/>
                </a:solidFill>
                <a:ea typeface="굴림" panose="020B0600000101010101" pitchFamily="34" charset="-127"/>
              </a:rPr>
              <a:t>Success = working battery</a:t>
            </a:r>
          </a:p>
          <a:p>
            <a:pPr>
              <a:spcBef>
                <a:spcPct val="50000"/>
              </a:spcBef>
            </a:pPr>
            <a:r>
              <a:rPr lang="en-US" altLang="ko-KR">
                <a:solidFill>
                  <a:srgbClr val="333333"/>
                </a:solidFill>
                <a:ea typeface="굴림" panose="020B0600000101010101" pitchFamily="34" charset="-127"/>
              </a:rPr>
              <a:t>N = 8</a:t>
            </a:r>
          </a:p>
          <a:p>
            <a:pPr>
              <a:spcBef>
                <a:spcPct val="50000"/>
              </a:spcBef>
            </a:pPr>
            <a:r>
              <a:rPr lang="en-US" altLang="ko-KR">
                <a:solidFill>
                  <a:srgbClr val="333333"/>
                </a:solidFill>
                <a:ea typeface="굴림" panose="020B0600000101010101" pitchFamily="34" charset="-127"/>
              </a:rPr>
              <a:t>M = 6</a:t>
            </a:r>
          </a:p>
          <a:p>
            <a:pPr>
              <a:spcBef>
                <a:spcPct val="50000"/>
              </a:spcBef>
            </a:pPr>
            <a:r>
              <a:rPr lang="en-US" altLang="ko-KR" i="1">
                <a:solidFill>
                  <a:srgbClr val="333333"/>
                </a:solidFill>
                <a:ea typeface="굴림" panose="020B0600000101010101" pitchFamily="34" charset="-127"/>
              </a:rPr>
              <a:t>n</a:t>
            </a:r>
            <a:r>
              <a:rPr lang="en-US" altLang="ko-KR">
                <a:solidFill>
                  <a:srgbClr val="333333"/>
                </a:solidFill>
                <a:ea typeface="굴림" panose="020B0600000101010101" pitchFamily="34" charset="-127"/>
              </a:rPr>
              <a:t> = 4</a:t>
            </a:r>
          </a:p>
        </p:txBody>
      </p:sp>
      <p:graphicFrame>
        <p:nvGraphicFramePr>
          <p:cNvPr id="9" name="Object 15">
            <a:extLst>
              <a:ext uri="{FF2B5EF4-FFF2-40B4-BE49-F238E27FC236}">
                <a16:creationId xmlns:a16="http://schemas.microsoft.com/office/drawing/2014/main" id="{1366C6D5-710D-1B1E-081A-E441C9D3DFB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53025925"/>
              </p:ext>
            </p:extLst>
          </p:nvPr>
        </p:nvGraphicFramePr>
        <p:xfrm>
          <a:off x="4439095" y="5468681"/>
          <a:ext cx="4238625" cy="989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790640" imgH="419040" progId="Equation.3">
                  <p:embed/>
                </p:oleObj>
              </mc:Choice>
              <mc:Fallback>
                <p:oleObj name="Equation" r:id="rId5" imgW="1790640" imgH="419040" progId="Equation.3">
                  <p:embed/>
                  <p:pic>
                    <p:nvPicPr>
                      <p:cNvPr id="9" name="Object 15">
                        <a:extLst>
                          <a:ext uri="{FF2B5EF4-FFF2-40B4-BE49-F238E27FC236}">
                            <a16:creationId xmlns:a16="http://schemas.microsoft.com/office/drawing/2014/main" id="{1366C6D5-710D-1B1E-081A-E441C9D3DFB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39095" y="5468681"/>
                        <a:ext cx="4238625" cy="989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4ECC6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rgbClr val="CC0066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107763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709306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 autoUpdateAnimBg="0"/>
      <p:bldP spid="8" grpId="0" build="p" autoUpdateAnimBg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>
            <a:extLst>
              <a:ext uri="{FF2B5EF4-FFF2-40B4-BE49-F238E27FC236}">
                <a16:creationId xmlns:a16="http://schemas.microsoft.com/office/drawing/2014/main" id="{7529C2CA-AE84-99B4-F76B-CA930C6151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98526" y="679768"/>
            <a:ext cx="6496493" cy="659757"/>
          </a:xfrm>
        </p:spPr>
        <p:txBody>
          <a:bodyPr>
            <a:noAutofit/>
          </a:bodyPr>
          <a:lstStyle/>
          <a:p>
            <a:pPr algn="ctr"/>
            <a:r>
              <a:rPr lang="en-US" altLang="en-US" sz="4000" dirty="0"/>
              <a:t>Example</a:t>
            </a:r>
          </a:p>
        </p:txBody>
      </p:sp>
      <p:grpSp>
        <p:nvGrpSpPr>
          <p:cNvPr id="5" name="Group 15">
            <a:extLst>
              <a:ext uri="{FF2B5EF4-FFF2-40B4-BE49-F238E27FC236}">
                <a16:creationId xmlns:a16="http://schemas.microsoft.com/office/drawing/2014/main" id="{450BBE8F-45D1-2FE7-2516-B28D072FF495}"/>
              </a:ext>
            </a:extLst>
          </p:cNvPr>
          <p:cNvGrpSpPr>
            <a:grpSpLocks/>
          </p:cNvGrpSpPr>
          <p:nvPr/>
        </p:nvGrpSpPr>
        <p:grpSpPr bwMode="auto">
          <a:xfrm>
            <a:off x="1310799" y="2857077"/>
            <a:ext cx="3277235" cy="1797928"/>
            <a:chOff x="576" y="1632"/>
            <a:chExt cx="1872" cy="1027"/>
          </a:xfrm>
        </p:grpSpPr>
        <p:sp>
          <p:nvSpPr>
            <p:cNvPr id="6" name="Rectangle 14">
              <a:extLst>
                <a:ext uri="{FF2B5EF4-FFF2-40B4-BE49-F238E27FC236}">
                  <a16:creationId xmlns:a16="http://schemas.microsoft.com/office/drawing/2014/main" id="{64DB5D8E-3612-6581-C513-E6345858AA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6" y="1632"/>
              <a:ext cx="1872" cy="816"/>
            </a:xfrm>
            <a:prstGeom prst="rect">
              <a:avLst/>
            </a:prstGeom>
            <a:solidFill>
              <a:srgbClr val="F4ECC6"/>
            </a:solidFill>
            <a:ln w="28575">
              <a:solidFill>
                <a:srgbClr val="CC0066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/>
              <a:endParaRPr lang="ko-KR" altLang="en-US" sz="2316">
                <a:solidFill>
                  <a:srgbClr val="CC0066"/>
                </a:solidFill>
                <a:ea typeface="굴림" panose="020B0600000101010101" pitchFamily="34" charset="-127"/>
              </a:endParaRPr>
            </a:p>
          </p:txBody>
        </p:sp>
        <p:graphicFrame>
          <p:nvGraphicFramePr>
            <p:cNvPr id="10" name="Object 13">
              <a:extLst>
                <a:ext uri="{FF2B5EF4-FFF2-40B4-BE49-F238E27FC236}">
                  <a16:creationId xmlns:a16="http://schemas.microsoft.com/office/drawing/2014/main" id="{B76A15E4-1F13-D133-BADB-5712E289D40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76" y="1776"/>
            <a:ext cx="1872" cy="88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" imgW="1396800" imgH="660240" progId="Equation.3">
                    <p:embed/>
                  </p:oleObj>
                </mc:Choice>
                <mc:Fallback>
                  <p:oleObj name="Equation" r:id="rId3" imgW="1396800" imgH="660240" progId="Equation.3">
                    <p:embed/>
                    <p:pic>
                      <p:nvPicPr>
                        <p:cNvPr id="10" name="Object 13">
                          <a:extLst>
                            <a:ext uri="{FF2B5EF4-FFF2-40B4-BE49-F238E27FC236}">
                              <a16:creationId xmlns:a16="http://schemas.microsoft.com/office/drawing/2014/main" id="{B76A15E4-1F13-D133-BADB-5712E289D40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76" y="1776"/>
                          <a:ext cx="1872" cy="88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4ECC6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8575">
                              <a:solidFill>
                                <a:srgbClr val="CC0066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107763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1" name="Text Box 5">
            <a:extLst>
              <a:ext uri="{FF2B5EF4-FFF2-40B4-BE49-F238E27FC236}">
                <a16:creationId xmlns:a16="http://schemas.microsoft.com/office/drawing/2014/main" id="{F926A4CF-B279-F602-1691-4B55A9F35D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10799" y="1680634"/>
            <a:ext cx="8739293" cy="11785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3529" dirty="0">
                <a:solidFill>
                  <a:srgbClr val="339933"/>
                </a:solidFill>
                <a:ea typeface="굴림" panose="020B0600000101010101" pitchFamily="34" charset="-127"/>
              </a:rPr>
              <a:t>What are the </a:t>
            </a:r>
            <a:r>
              <a:rPr lang="en-US" altLang="ko-KR" sz="3529" b="1" dirty="0">
                <a:solidFill>
                  <a:srgbClr val="339933"/>
                </a:solidFill>
                <a:ea typeface="굴림" panose="020B0600000101010101" pitchFamily="34" charset="-127"/>
              </a:rPr>
              <a:t>mean</a:t>
            </a:r>
            <a:r>
              <a:rPr lang="en-US" altLang="ko-KR" sz="3529" dirty="0">
                <a:solidFill>
                  <a:srgbClr val="339933"/>
                </a:solidFill>
                <a:ea typeface="굴림" panose="020B0600000101010101" pitchFamily="34" charset="-127"/>
              </a:rPr>
              <a:t> and </a:t>
            </a:r>
            <a:r>
              <a:rPr lang="en-US" altLang="ko-KR" sz="3529" b="1" dirty="0">
                <a:solidFill>
                  <a:srgbClr val="339933"/>
                </a:solidFill>
                <a:ea typeface="굴림" panose="020B0600000101010101" pitchFamily="34" charset="-127"/>
              </a:rPr>
              <a:t>variance</a:t>
            </a:r>
            <a:r>
              <a:rPr lang="en-US" altLang="ko-KR" sz="3529" dirty="0">
                <a:solidFill>
                  <a:srgbClr val="339933"/>
                </a:solidFill>
                <a:ea typeface="굴림" panose="020B0600000101010101" pitchFamily="34" charset="-127"/>
              </a:rPr>
              <a:t> for the number of batteries that work?</a:t>
            </a:r>
            <a:endParaRPr lang="en-US" altLang="ko-KR" sz="3529" dirty="0">
              <a:solidFill>
                <a:srgbClr val="333333"/>
              </a:solidFill>
              <a:effectLst>
                <a:outerShdw blurRad="38100" dist="38100" dir="2700000" algn="tl">
                  <a:srgbClr val="C0C0C0"/>
                </a:outerShdw>
              </a:effectLst>
              <a:ea typeface="굴림" panose="020B0600000101010101" pitchFamily="34" charset="-127"/>
            </a:endParaRPr>
          </a:p>
        </p:txBody>
      </p:sp>
      <p:grpSp>
        <p:nvGrpSpPr>
          <p:cNvPr id="12" name="Group 16">
            <a:extLst>
              <a:ext uri="{FF2B5EF4-FFF2-40B4-BE49-F238E27FC236}">
                <a16:creationId xmlns:a16="http://schemas.microsoft.com/office/drawing/2014/main" id="{76288798-B8CA-52F3-5587-F3A2BAA46C2A}"/>
              </a:ext>
            </a:extLst>
          </p:cNvPr>
          <p:cNvGrpSpPr>
            <a:grpSpLocks/>
          </p:cNvGrpSpPr>
          <p:nvPr/>
        </p:nvGrpSpPr>
        <p:grpSpPr bwMode="auto">
          <a:xfrm>
            <a:off x="4251907" y="3865457"/>
            <a:ext cx="5293995" cy="2857077"/>
            <a:chOff x="2256" y="2208"/>
            <a:chExt cx="3024" cy="1632"/>
          </a:xfrm>
        </p:grpSpPr>
        <p:sp>
          <p:nvSpPr>
            <p:cNvPr id="13" name="Rectangle 2">
              <a:extLst>
                <a:ext uri="{FF2B5EF4-FFF2-40B4-BE49-F238E27FC236}">
                  <a16:creationId xmlns:a16="http://schemas.microsoft.com/office/drawing/2014/main" id="{7FDEF911-111B-9C13-7C68-BEBE089C84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56" y="2208"/>
              <a:ext cx="3024" cy="1632"/>
            </a:xfrm>
            <a:prstGeom prst="rect">
              <a:avLst/>
            </a:prstGeom>
            <a:solidFill>
              <a:srgbClr val="F4ECC6"/>
            </a:solidFill>
            <a:ln w="28575">
              <a:solidFill>
                <a:srgbClr val="CC0066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/>
              <a:endParaRPr lang="ko-KR" altLang="en-US" sz="2316">
                <a:solidFill>
                  <a:srgbClr val="CC0066"/>
                </a:solidFill>
                <a:ea typeface="굴림" panose="020B0600000101010101" pitchFamily="34" charset="-127"/>
              </a:endParaRPr>
            </a:p>
          </p:txBody>
        </p:sp>
        <p:graphicFrame>
          <p:nvGraphicFramePr>
            <p:cNvPr id="14" name="Object 12">
              <a:extLst>
                <a:ext uri="{FF2B5EF4-FFF2-40B4-BE49-F238E27FC236}">
                  <a16:creationId xmlns:a16="http://schemas.microsoft.com/office/drawing/2014/main" id="{6E9A916F-4AB3-BBB5-3BFD-8E1811F045E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352" y="2304"/>
            <a:ext cx="2928" cy="137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" imgW="1892160" imgH="888840" progId="Equation.3">
                    <p:embed/>
                  </p:oleObj>
                </mc:Choice>
                <mc:Fallback>
                  <p:oleObj name="Equation" r:id="rId5" imgW="1892160" imgH="888840" progId="Equation.3">
                    <p:embed/>
                    <p:pic>
                      <p:nvPicPr>
                        <p:cNvPr id="14" name="Object 12">
                          <a:extLst>
                            <a:ext uri="{FF2B5EF4-FFF2-40B4-BE49-F238E27FC236}">
                              <a16:creationId xmlns:a16="http://schemas.microsoft.com/office/drawing/2014/main" id="{6E9A916F-4AB3-BBB5-3BFD-8E1811F045E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52" y="2304"/>
                          <a:ext cx="2928" cy="137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4ECC6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8575">
                              <a:solidFill>
                                <a:srgbClr val="CC0066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107763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9252864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E1A666-5D64-25FA-199F-C09C11F506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Thank you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882C89-6D93-179A-DC33-5D60E1BD621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err="1"/>
              <a:t>Februay</a:t>
            </a:r>
            <a:r>
              <a:rPr lang="en-US" dirty="0"/>
              <a:t> 2023</a:t>
            </a:r>
            <a:endParaRPr lang="en-ID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55C80C1-2603-41F9-A499-72DAF7ABF91A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/>
        <p:txBody>
          <a:bodyPr>
            <a:normAutofit/>
          </a:bodyPr>
          <a:lstStyle/>
          <a:p>
            <a:r>
              <a:rPr lang="en-ID" dirty="0"/>
              <a:t>R Programming</a:t>
            </a:r>
          </a:p>
        </p:txBody>
      </p:sp>
    </p:spTree>
    <p:extLst>
      <p:ext uri="{BB962C8B-B14F-4D97-AF65-F5344CB8AC3E}">
        <p14:creationId xmlns:p14="http://schemas.microsoft.com/office/powerpoint/2010/main" val="1003962426"/>
      </p:ext>
    </p:extLst>
  </p:cSld>
  <p:clrMapOvr>
    <a:masterClrMapping/>
  </p:clrMapOvr>
  <p:transition spd="med"/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dirty="0"/>
              <a:t>References</a:t>
            </a:r>
            <a:endParaRPr lang="id-ID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3331" y="1857376"/>
            <a:ext cx="9618662" cy="4991100"/>
          </a:xfrm>
        </p:spPr>
        <p:txBody>
          <a:bodyPr/>
          <a:lstStyle/>
          <a:p>
            <a:r>
              <a:rPr lang="en-US" sz="36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Jay L. Devore. (2020).  Probability and Statistics for Engineering and the Sciences, 9E.  </a:t>
            </a:r>
            <a:r>
              <a:rPr lang="en-US" sz="36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Cancage</a:t>
            </a:r>
            <a:r>
              <a:rPr lang="en-US" sz="36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Learning, Boston USA.  ISBN-13: 978-0-538-73352-6</a:t>
            </a:r>
            <a:endParaRPr lang="id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7FB4D3-2CC6-422C-AB6C-48DBF97487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5207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D7FA9F5-F61B-45A1-B5E1-F65A5889B2EE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itchFamily="34" charset="0"/>
                <a:ea typeface="MS PGothic" pitchFamily="34" charset="-128"/>
                <a:cs typeface="+mn-cs"/>
              </a:rPr>
              <a:pPr marL="0" marR="0" lvl="0" indent="0" algn="r" defTabSz="5207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62</a:t>
            </a:fld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itchFamily="34" charset="0"/>
              <a:ea typeface="MS PGothic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51244317"/>
      </p:ext>
    </p:extLst>
  </p:cSld>
  <p:clrMapOvr>
    <a:masterClrMapping/>
  </p:clrMapOvr>
</p:sld>
</file>

<file path=ppt/theme/theme1.xml><?xml version="1.0" encoding="utf-8"?>
<a:theme xmlns:a="http://schemas.openxmlformats.org/drawingml/2006/main" name="PPT Binus Templat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01 02 Introduction to Probability" id="{AF1F3BAD-8B99-4C27-98FE-D8F949401A54}" vid="{1377BE40-1F7A-40D2-8DE3-6F9C8F5420D3}"/>
    </a:ext>
  </a:extLst>
</a:theme>
</file>

<file path=ppt/theme/theme2.xml><?xml version="1.0" encoding="utf-8"?>
<a:theme xmlns:a="http://schemas.openxmlformats.org/drawingml/2006/main" name="Template PPT 2015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21_BasicWhite">
  <a:themeElements>
    <a:clrScheme name="21_BasicWhite">
      <a:dk1>
        <a:srgbClr val="5E5E5E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BINUS Learning Object Slide Template 2022" id="{91EC78B4-BE4F-3B4D-B302-CF3E80410C1C}" vid="{48571482-A7A2-E44B-AA81-515161122809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Version xmlns="http://schemas.microsoft.com/sharepoint/v3/fields" xsi:nil="true"/>
    <_Flow_SignoffStatus xmlns="47793baa-3cbb-486e-a055-4d42ce3882d7" xsi:nil="true"/>
    <_dlc_DocId xmlns="9fdf624c-fedc-4f6c-b928-0c7bf4c9e100">J56STF5CZXNR-2061195910-691142</_dlc_DocId>
    <_dlc_DocIdUrl xmlns="9fdf624c-fedc-4f6c-b928-0c7bf4c9e100">
      <Url>https://binusianorg.sharepoint.com/sites/arc/_layouts/15/DocIdRedir.aspx?ID=J56STF5CZXNR-2061195910-691142</Url>
      <Description>J56STF5CZXNR-2061195910-691142</Description>
    </_dlc_DocIdUrl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4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44340CFFCDDB44F9904404F1FA9688C" ma:contentTypeVersion="15" ma:contentTypeDescription="Create a new document." ma:contentTypeScope="" ma:versionID="939164fb4ce9d77da8b44cb5205bf59b">
  <xsd:schema xmlns:xsd="http://www.w3.org/2001/XMLSchema" xmlns:xs="http://www.w3.org/2001/XMLSchema" xmlns:p="http://schemas.microsoft.com/office/2006/metadata/properties" xmlns:ns2="9fdf624c-fedc-4f6c-b928-0c7bf4c9e100" xmlns:ns3="47793baa-3cbb-486e-a055-4d42ce3882d7" xmlns:ns4="http://schemas.microsoft.com/sharepoint/v3/fields" targetNamespace="http://schemas.microsoft.com/office/2006/metadata/properties" ma:root="true" ma:fieldsID="63b003db5a72b2282a54ad3b1f995462" ns2:_="" ns3:_="" ns4:_="">
    <xsd:import namespace="9fdf624c-fedc-4f6c-b928-0c7bf4c9e100"/>
    <xsd:import namespace="47793baa-3cbb-486e-a055-4d42ce3882d7"/>
    <xsd:import namespace="http://schemas.microsoft.com/sharepoint/v3/fields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2:SharedWithUsers" minOccurs="0"/>
                <xsd:element ref="ns2:SharedWithDetails" minOccurs="0"/>
                <xsd:element ref="ns3:MediaServiceLocation" minOccurs="0"/>
                <xsd:element ref="ns3:MediaServiceAutoKeyPoints" minOccurs="0"/>
                <xsd:element ref="ns3:MediaServiceKeyPoints" minOccurs="0"/>
                <xsd:element ref="ns3:_Flow_SignoffStatus" minOccurs="0"/>
                <xsd:element ref="ns4:_Version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fdf624c-fedc-4f6c-b928-0c7bf4c9e100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cument ID Value" ma:description="The value of the document ID assigned to this item." ma:internalName="_dlc_DocId" ma:readOnly="tru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7793baa-3cbb-486e-a055-4d42ce3882d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MediaServiceAutoKeyPoints" ma:index="21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2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_Flow_SignoffStatus" ma:index="23" nillable="true" ma:displayName="Sign-off status" ma:internalName="Sign_x002d_off_x0020_status">
      <xsd:simpleType>
        <xsd:restriction base="dms:Text"/>
      </xsd:simpleType>
    </xsd:element>
    <xsd:element name="MediaLengthInSeconds" ma:index="25" nillable="true" ma:displayName="Length (seconds)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/fields" elementFormDefault="qualified">
    <xsd:import namespace="http://schemas.microsoft.com/office/2006/documentManagement/types"/>
    <xsd:import namespace="http://schemas.microsoft.com/office/infopath/2007/PartnerControls"/>
    <xsd:element name="_Version" ma:index="24" nillable="true" ma:displayName="Version" ma:internalName="_Version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F313E50-9F1C-4EB2-8248-D1942A92381A}">
  <ds:schemaRefs>
    <ds:schemaRef ds:uri="http://schemas.microsoft.com/office/2006/metadata/properties"/>
    <ds:schemaRef ds:uri="http://schemas.microsoft.com/office/infopath/2007/PartnerControls"/>
    <ds:schemaRef ds:uri="http://schemas.microsoft.com/sharepoint/v3/fields"/>
    <ds:schemaRef ds:uri="47793baa-3cbb-486e-a055-4d42ce3882d7"/>
    <ds:schemaRef ds:uri="9fdf624c-fedc-4f6c-b928-0c7bf4c9e100"/>
  </ds:schemaRefs>
</ds:datastoreItem>
</file>

<file path=customXml/itemProps2.xml><?xml version="1.0" encoding="utf-8"?>
<ds:datastoreItem xmlns:ds="http://schemas.openxmlformats.org/officeDocument/2006/customXml" ds:itemID="{CED985A4-BE78-47BD-93FF-32CA6D846AD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A6D8D10-5CE6-45C0-899F-3757B0B76385}">
  <ds:schemaRefs>
    <ds:schemaRef ds:uri="http://schemas.microsoft.com/sharepoint/events"/>
  </ds:schemaRefs>
</ds:datastoreItem>
</file>

<file path=customXml/itemProps4.xml><?xml version="1.0" encoding="utf-8"?>
<ds:datastoreItem xmlns:ds="http://schemas.openxmlformats.org/officeDocument/2006/customXml" ds:itemID="{61361C9D-5A18-4E58-8BA9-7D22F5AD4AB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fdf624c-fedc-4f6c-b928-0c7bf4c9e100"/>
    <ds:schemaRef ds:uri="47793baa-3cbb-486e-a055-4d42ce3882d7"/>
    <ds:schemaRef ds:uri="http://schemas.microsoft.com/sharepoint/v3/field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PPT Binus Template</Template>
  <TotalTime>1651</TotalTime>
  <Words>2268</Words>
  <Application>Microsoft Office PowerPoint</Application>
  <PresentationFormat>Custom</PresentationFormat>
  <Paragraphs>473</Paragraphs>
  <Slides>62</Slides>
  <Notes>10</Notes>
  <HiddenSlides>0</HiddenSlides>
  <MMClips>0</MMClips>
  <ScaleCrop>false</ScaleCrop>
  <HeadingPairs>
    <vt:vector size="4" baseType="variant">
      <vt:variant>
        <vt:lpstr>Theme</vt:lpstr>
      </vt:variant>
      <vt:variant>
        <vt:i4>4</vt:i4>
      </vt:variant>
      <vt:variant>
        <vt:lpstr>Slide Titles</vt:lpstr>
      </vt:variant>
      <vt:variant>
        <vt:i4>62</vt:i4>
      </vt:variant>
    </vt:vector>
  </HeadingPairs>
  <TitlesOfParts>
    <vt:vector size="66" baseType="lpstr">
      <vt:lpstr>PPT Binus Template</vt:lpstr>
      <vt:lpstr>Template PPT 2015</vt:lpstr>
      <vt:lpstr>Office Theme</vt:lpstr>
      <vt:lpstr>21_BasicWhite</vt:lpstr>
      <vt:lpstr>Discrete Random Variables and Probability Distributions </vt:lpstr>
      <vt:lpstr>Jay L. Devore. (2020).  Probability and Statistics for Engineering and the Sciences, 9E.  Cancage Learning, Boston USA.  ISBN-13: 978-0-538-73352-6 </vt:lpstr>
      <vt:lpstr>Learning Outcomes</vt:lpstr>
      <vt:lpstr>Sub Topics</vt:lpstr>
      <vt:lpstr>Learning Objectives</vt:lpstr>
      <vt:lpstr>PowerPoint Presentation</vt:lpstr>
      <vt:lpstr>Random Variables</vt:lpstr>
      <vt:lpstr>Probability Distributions for Discrete Random Variables</vt:lpstr>
      <vt:lpstr>Example</vt:lpstr>
      <vt:lpstr>PowerPoint Presentation</vt:lpstr>
      <vt:lpstr>Probability Distribution</vt:lpstr>
      <vt:lpstr>Probability Distribution</vt:lpstr>
      <vt:lpstr>Probability Distribution</vt:lpstr>
      <vt:lpstr>Probability Distribution</vt:lpstr>
      <vt:lpstr>Probability Distribution</vt:lpstr>
      <vt:lpstr>Probability Distribution</vt:lpstr>
      <vt:lpstr>Probability Distribution</vt:lpstr>
      <vt:lpstr>Probability Distribution</vt:lpstr>
      <vt:lpstr>Probability Distribution</vt:lpstr>
      <vt:lpstr>Probability Distribution</vt:lpstr>
      <vt:lpstr>Probability Distribution</vt:lpstr>
      <vt:lpstr>PowerPoint Presentation</vt:lpstr>
      <vt:lpstr>Expectation Value</vt:lpstr>
      <vt:lpstr>Expectation Value</vt:lpstr>
      <vt:lpstr>Expectation Value</vt:lpstr>
      <vt:lpstr>Expectation Value</vt:lpstr>
      <vt:lpstr>Variance</vt:lpstr>
      <vt:lpstr>Variance</vt:lpstr>
      <vt:lpstr>Variance</vt:lpstr>
      <vt:lpstr>Variance</vt:lpstr>
      <vt:lpstr>Variance</vt:lpstr>
      <vt:lpstr>Variance</vt:lpstr>
      <vt:lpstr>Standard deviation</vt:lpstr>
      <vt:lpstr>PowerPoint Presentation</vt:lpstr>
      <vt:lpstr>Introduction</vt:lpstr>
      <vt:lpstr>The Binomial Random Variable</vt:lpstr>
      <vt:lpstr>The Binomial Random Variable</vt:lpstr>
      <vt:lpstr>The Binomial Experiment</vt:lpstr>
      <vt:lpstr>Binomial or Not?</vt:lpstr>
      <vt:lpstr>The Binomial Probability Distribution</vt:lpstr>
      <vt:lpstr>The Mean and Standard Deviation</vt:lpstr>
      <vt:lpstr>Example</vt:lpstr>
      <vt:lpstr>Example</vt:lpstr>
      <vt:lpstr>Cumulative Probability Tables</vt:lpstr>
      <vt:lpstr>Example</vt:lpstr>
      <vt:lpstr>Example</vt:lpstr>
      <vt:lpstr>Example</vt:lpstr>
      <vt:lpstr>Example</vt:lpstr>
      <vt:lpstr>PowerPoint Presentation</vt:lpstr>
      <vt:lpstr>The Poisson Random Variable</vt:lpstr>
      <vt:lpstr>The Poisson Probability  Distribution</vt:lpstr>
      <vt:lpstr>Example</vt:lpstr>
      <vt:lpstr>Cumulative Probability Tables</vt:lpstr>
      <vt:lpstr>Example</vt:lpstr>
      <vt:lpstr>Example</vt:lpstr>
      <vt:lpstr>PowerPoint Presentation</vt:lpstr>
      <vt:lpstr>The Hypergeometric Probability Distribution</vt:lpstr>
      <vt:lpstr>The Mean and Variance</vt:lpstr>
      <vt:lpstr>Example</vt:lpstr>
      <vt:lpstr>Example</vt:lpstr>
      <vt:lpstr>Thank you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Devi</dc:creator>
  <cp:lastModifiedBy>Dr. Ir. I G.A. Anom Yudistira, M.Si.</cp:lastModifiedBy>
  <cp:revision>92</cp:revision>
  <dcterms:created xsi:type="dcterms:W3CDTF">2022-06-03T13:49:29Z</dcterms:created>
  <dcterms:modified xsi:type="dcterms:W3CDTF">2023-12-20T09:11:02Z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0x010100144340CFFCDDB44F9904404F1FA9688C</vt:lpwstr>
  </property>
  <property fmtid="{D5CDD505-2E9C-101B-9397-08002B2CF9AE}" pid="3" name="_dlc_DocIdItemGuid">
    <vt:lpwstr>607fc7ea-bc95-4549-a0d4-b252b58b529e</vt:lpwstr>
  </property>
</Properties>
</file>